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9" r:id="rId3"/>
    <p:sldMasterId id="2147483679" r:id="rId4"/>
    <p:sldMasterId id="2147483681" r:id="rId5"/>
    <p:sldMasterId id="2147483697" r:id="rId6"/>
  </p:sldMasterIdLst>
  <p:notesMasterIdLst>
    <p:notesMasterId r:id="rId22"/>
  </p:notesMasterIdLst>
  <p:sldIdLst>
    <p:sldId id="3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3FBB4C3-AA4E-49A6-8231-A6D0D971C575}">
          <p14:sldIdLst>
            <p14:sldId id="358"/>
            <p14:sldId id="258"/>
            <p14:sldId id="259"/>
            <p14:sldId id="260"/>
            <p14:sldId id="261"/>
            <p14:sldId id="262"/>
            <p14:sldId id="263"/>
            <p14:sldId id="264"/>
            <p14:sldId id="360"/>
            <p14:sldId id="359"/>
            <p14:sldId id="267"/>
            <p14:sldId id="271"/>
            <p14:sldId id="273"/>
            <p14:sldId id="274"/>
            <p14:sldId id="3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6029" autoAdjust="0"/>
  </p:normalViewPr>
  <p:slideViewPr>
    <p:cSldViewPr snapToGrid="0">
      <p:cViewPr varScale="1">
        <p:scale>
          <a:sx n="157" d="100"/>
          <a:sy n="157" d="100"/>
        </p:scale>
        <p:origin x="364" y="76"/>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556E65-E539-494B-8AAC-3DBAB0143210}" type="datetimeFigureOut">
              <a:rPr lang="en-US" smtClean="0"/>
              <a:t>8/31/2026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28FE3-5D44-4C65-BC4D-9ED8787B061A}" type="slidenum">
              <a:rPr lang="en-US" smtClean="0"/>
              <a:t>‹#›</a:t>
            </a:fld>
            <a:endParaRPr lang="en-US" dirty="0"/>
          </a:p>
        </p:txBody>
      </p:sp>
    </p:spTree>
    <p:extLst>
      <p:ext uri="{BB962C8B-B14F-4D97-AF65-F5344CB8AC3E}">
        <p14:creationId xmlns:p14="http://schemas.microsoft.com/office/powerpoint/2010/main" val="593892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3D1208B-ABB5-48F0-93EC-79B837E3F925}" type="slidenum">
              <a:rPr kumimoji="0" lang="zh-CN" altLang="en-US" sz="1200" b="0" i="0" u="none" strike="noStrike" kern="1200" cap="none" spc="0" normalizeH="0" baseline="0" noProof="0" smtClean="0">
                <a:ln>
                  <a:noFill/>
                </a:ln>
                <a:solidFill>
                  <a:srgbClr val="000000"/>
                </a:solidFill>
                <a:effectLst/>
                <a:uLnTx/>
                <a:uFillTx/>
                <a:latin typeface="Calibri" pitchFamily="34"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dirty="0">
              <a:ln>
                <a:noFill/>
              </a:ln>
              <a:solidFill>
                <a:srgbClr val="000000"/>
              </a:solidFill>
              <a:effectLst/>
              <a:uLnTx/>
              <a:uFillTx/>
              <a:latin typeface="Calibri" pitchFamily="34" charset="0"/>
              <a:ea typeface="宋体"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 Id="rId3"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eg"/><Relationship Id="rId3"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jpeg"/><Relationship Id="rId3"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jpeg"/><Relationship Id="rId3"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eg"/><Relationship Id="rId3"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A6F4-215F-49C1-A8EC-18E3407CA1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FC20F4-A8E4-4ECE-A3A3-C6CE983ECB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BD0A86-242B-4645-A702-DBEE5A1203BD}"/>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5" name="Footer Placeholder 4">
            <a:extLst>
              <a:ext uri="{FF2B5EF4-FFF2-40B4-BE49-F238E27FC236}">
                <a16:creationId xmlns:a16="http://schemas.microsoft.com/office/drawing/2014/main" id="{6FBE5EA2-FFA1-4E42-AC27-8AB813E539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DDEC24-C7D1-467C-900E-A4905747C6CB}"/>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2449669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D2AB0-F257-4673-9D42-CEA742FF7F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C48CAD-39D2-4FE5-916D-35B651F359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7B6AA-2255-4283-870F-2B2CD15BD77F}"/>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5" name="Footer Placeholder 4">
            <a:extLst>
              <a:ext uri="{FF2B5EF4-FFF2-40B4-BE49-F238E27FC236}">
                <a16:creationId xmlns:a16="http://schemas.microsoft.com/office/drawing/2014/main" id="{05EB44DA-8EF5-4A1A-BF3F-E3569F3D76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434DC5-9EC8-4C53-81F9-7C8EBC9A06F6}"/>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2625302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24D96-ACA2-40FC-94A3-9392E69E81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53F356-2800-45BC-8372-246D11CB0F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BDC472-6BFB-4E88-AB6D-436ED0BD938E}"/>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5" name="Footer Placeholder 4">
            <a:extLst>
              <a:ext uri="{FF2B5EF4-FFF2-40B4-BE49-F238E27FC236}">
                <a16:creationId xmlns:a16="http://schemas.microsoft.com/office/drawing/2014/main" id="{A8439742-DA2C-46C4-A80A-6335CA226B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7838A4-1253-4BCB-AFF2-8D73710BF0C0}"/>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4196910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1E41-E9D5-438C-948F-9EC39C0C6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2708A0-D25A-45BE-A273-90646D99D0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3E6937-B0CB-4456-9D00-6F52895C07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78AA46-1556-4A3A-BA16-15F80BB9AFBE}"/>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6" name="Footer Placeholder 5">
            <a:extLst>
              <a:ext uri="{FF2B5EF4-FFF2-40B4-BE49-F238E27FC236}">
                <a16:creationId xmlns:a16="http://schemas.microsoft.com/office/drawing/2014/main" id="{DFD34D1B-0CF9-461C-9F69-0850CD69A2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B36BC9-DB98-4A9C-97F8-D5ED61899F38}"/>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1978989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C944F-8DB7-4AF7-950E-8F2A33F581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DCDA47-670D-45CE-AF47-E8CCAA20BE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09DA21-EDB9-4E77-BDC2-70382D2651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385856-0512-4BBB-B589-4D651AAAF0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BD298F-D972-4A69-9470-2E8FB85E87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4B48EF-BDDF-4B18-8D9C-92938DE98A48}"/>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8" name="Footer Placeholder 7">
            <a:extLst>
              <a:ext uri="{FF2B5EF4-FFF2-40B4-BE49-F238E27FC236}">
                <a16:creationId xmlns:a16="http://schemas.microsoft.com/office/drawing/2014/main" id="{0BDFF676-CCA8-4D1D-93AC-2FE1346B79C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B19B07B-83D6-401B-BB36-CA1AEF0D2309}"/>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4076359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7550-D604-45FB-BD97-15AF0D13E7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B53F11-BF38-41D5-982D-E25770D32E52}"/>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4" name="Footer Placeholder 3">
            <a:extLst>
              <a:ext uri="{FF2B5EF4-FFF2-40B4-BE49-F238E27FC236}">
                <a16:creationId xmlns:a16="http://schemas.microsoft.com/office/drawing/2014/main" id="{A09F9147-26D2-46D4-B82B-FD97CAF205C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BBD7-E8AE-455B-BF5A-6A1593FB2653}"/>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3116144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350C07-4504-4EE8-AA47-BF83933FB622}"/>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3" name="Footer Placeholder 2">
            <a:extLst>
              <a:ext uri="{FF2B5EF4-FFF2-40B4-BE49-F238E27FC236}">
                <a16:creationId xmlns:a16="http://schemas.microsoft.com/office/drawing/2014/main" id="{3D46C2D9-2872-414C-9E85-04D016CD96A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46F9F4C-1326-4667-A715-CB5C25283D87}"/>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1338875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7504B-C163-42BD-B1E7-A07D72FF6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93729C-4299-496E-AB4B-197C3F1528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D2B236-2902-4E99-BE35-7F12FD361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60679E-5F96-48A8-8EB4-6CC5B5281012}"/>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6" name="Footer Placeholder 5">
            <a:extLst>
              <a:ext uri="{FF2B5EF4-FFF2-40B4-BE49-F238E27FC236}">
                <a16:creationId xmlns:a16="http://schemas.microsoft.com/office/drawing/2014/main" id="{80CBDCE3-7E31-4C9F-89D9-ABFBE853F0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05C8163-6094-4B36-AC97-4CB564081502}"/>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41732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A67F0-01EA-475E-A451-708AC94D4E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476F5C-601F-4887-9802-F43256ADC7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77D29AE-1E81-44B2-951D-ACD843425F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3C97E6-28F7-4165-924C-60C9D0687921}"/>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6" name="Footer Placeholder 5">
            <a:extLst>
              <a:ext uri="{FF2B5EF4-FFF2-40B4-BE49-F238E27FC236}">
                <a16:creationId xmlns:a16="http://schemas.microsoft.com/office/drawing/2014/main" id="{66A98741-BE42-4996-966E-EA7A33054E5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2734822-195C-4A58-A81B-6AC446A260AE}"/>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1847217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72155-2E1F-4E0F-984F-ED35397A40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577C7F-25AC-47FF-BB62-9D405C7B0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8FFB9-9B82-4485-9C1D-E0DE30CDC222}"/>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5" name="Footer Placeholder 4">
            <a:extLst>
              <a:ext uri="{FF2B5EF4-FFF2-40B4-BE49-F238E27FC236}">
                <a16:creationId xmlns:a16="http://schemas.microsoft.com/office/drawing/2014/main" id="{76D2956A-965F-4CC9-904B-F322BE7058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D57740-963E-40B0-86C7-E2F61C7CA8CF}"/>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3330856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CD2226-D771-4580-8F70-D11AC7BB2C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23BC44-3747-4FC9-AC0D-D95A58E45E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C450F-60CC-41D6-BA3A-2984825FEF9B}"/>
              </a:ext>
            </a:extLst>
          </p:cNvPr>
          <p:cNvSpPr>
            <a:spLocks noGrp="1"/>
          </p:cNvSpPr>
          <p:nvPr>
            <p:ph type="dt" sz="half" idx="10"/>
          </p:nvPr>
        </p:nvSpPr>
        <p:spPr/>
        <p:txBody>
          <a:bodyPr/>
          <a:lstStyle/>
          <a:p>
            <a:fld id="{78D0D0DA-BE42-4B06-BE07-DF416EAA76CD}" type="datetimeFigureOut">
              <a:rPr lang="en-US" smtClean="0"/>
              <a:t>8/31/2026</a:t>
            </a:fld>
            <a:endParaRPr lang="en-US" dirty="0"/>
          </a:p>
        </p:txBody>
      </p:sp>
      <p:sp>
        <p:nvSpPr>
          <p:cNvPr id="5" name="Footer Placeholder 4">
            <a:extLst>
              <a:ext uri="{FF2B5EF4-FFF2-40B4-BE49-F238E27FC236}">
                <a16:creationId xmlns:a16="http://schemas.microsoft.com/office/drawing/2014/main" id="{1E70ACD7-E3AB-4145-87CE-FF32C767B08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37F137-39B6-4EBB-A3A0-D77326A7010D}"/>
              </a:ext>
            </a:extLst>
          </p:cNvPr>
          <p:cNvSpPr>
            <a:spLocks noGrp="1"/>
          </p:cNvSpPr>
          <p:nvPr>
            <p:ph type="sldNum" sz="quarter" idx="12"/>
          </p:nvPr>
        </p:nvSpPr>
        <p:spPr/>
        <p:txBody>
          <a:bodyPr/>
          <a:lstStyle/>
          <a:p>
            <a:fld id="{DA649454-707A-471A-8511-9D2B24FEDB10}" type="slidenum">
              <a:rPr lang="en-US" smtClean="0"/>
              <a:t>‹#›</a:t>
            </a:fld>
            <a:endParaRPr lang="en-US" dirty="0"/>
          </a:p>
        </p:txBody>
      </p:sp>
    </p:spTree>
    <p:extLst>
      <p:ext uri="{BB962C8B-B14F-4D97-AF65-F5344CB8AC3E}">
        <p14:creationId xmlns:p14="http://schemas.microsoft.com/office/powerpoint/2010/main" val="442494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E:\01 日常工作\10 多媒体\PPT内部汇报用模板\PPT封面03副本.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p:spPr>
      </p:pic>
      <p:sp>
        <p:nvSpPr>
          <p:cNvPr id="6" name="Rectangle 8"/>
          <p:cNvSpPr>
            <a:spLocks noGrp="1" noChangeArrowheads="1"/>
          </p:cNvSpPr>
          <p:nvPr>
            <p:ph type="title" hasCustomPrompt="1"/>
          </p:nvPr>
        </p:nvSpPr>
        <p:spPr bwMode="auto">
          <a:xfrm>
            <a:off x="877327" y="2117258"/>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796">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71" y="1176280"/>
            <a:ext cx="3754105" cy="307777"/>
          </a:xfrm>
          <a:prstGeom prst="rect">
            <a:avLst/>
          </a:prstGeom>
          <a:noFill/>
        </p:spPr>
        <p:txBody>
          <a:bodyPr wrap="none" lIns="0" rIns="0" rtlCol="0">
            <a:spAutoFit/>
          </a:bodyPr>
          <a:lstStyle/>
          <a:p>
            <a:pPr fontAlgn="base">
              <a:spcBef>
                <a:spcPct val="0"/>
              </a:spcBef>
              <a:spcAft>
                <a:spcPct val="0"/>
              </a:spcAft>
            </a:pPr>
            <a:r>
              <a:rPr lang="en-US" sz="1398" b="1" dirty="0">
                <a:solidFill>
                  <a:srgbClr val="000000"/>
                </a:solidFill>
                <a:latin typeface="Calibri" pitchFamily="34" charset="0"/>
                <a:ea typeface="宋体" pitchFamily="2" charset="-122"/>
              </a:rPr>
              <a:t>HUAWEI   </a:t>
            </a:r>
            <a:r>
              <a:rPr lang="en-US" sz="1398" b="1" dirty="0">
                <a:solidFill>
                  <a:srgbClr val="6A6A6A"/>
                </a:solidFill>
                <a:latin typeface="Calibri" pitchFamily="34" charset="0"/>
                <a:ea typeface="宋体" pitchFamily="2" charset="-122"/>
              </a:rPr>
              <a:t>|</a:t>
            </a:r>
            <a:r>
              <a:rPr lang="en-US" sz="1398" b="1" dirty="0">
                <a:solidFill>
                  <a:srgbClr val="000000"/>
                </a:solidFill>
                <a:latin typeface="Calibri" pitchFamily="34" charset="0"/>
                <a:ea typeface="宋体" pitchFamily="2" charset="-122"/>
              </a:rPr>
              <a:t>   </a:t>
            </a:r>
            <a:r>
              <a:rPr lang="en-US" sz="1398" b="1" dirty="0">
                <a:solidFill>
                  <a:srgbClr val="6A6A6A"/>
                </a:solidFill>
                <a:latin typeface="Calibri" pitchFamily="34" charset="0"/>
                <a:ea typeface="宋体" pitchFamily="2" charset="-122"/>
              </a:rPr>
              <a:t>IRELAND</a:t>
            </a:r>
            <a:r>
              <a:rPr lang="en-US" sz="1398" b="1" dirty="0">
                <a:solidFill>
                  <a:srgbClr val="000000"/>
                </a:solidFill>
                <a:latin typeface="Calibri" pitchFamily="34" charset="0"/>
                <a:ea typeface="宋体" pitchFamily="2" charset="-122"/>
              </a:rPr>
              <a:t> </a:t>
            </a:r>
            <a:r>
              <a:rPr lang="en-US" sz="1398" b="1" dirty="0">
                <a:solidFill>
                  <a:srgbClr val="9B0000"/>
                </a:solidFill>
                <a:latin typeface="Calibri" pitchFamily="34" charset="0"/>
                <a:ea typeface="宋体" pitchFamily="2" charset="-122"/>
              </a:rPr>
              <a:t>RESEARCH</a:t>
            </a:r>
            <a:r>
              <a:rPr lang="en-US" sz="1398" b="1" dirty="0">
                <a:solidFill>
                  <a:srgbClr val="000000"/>
                </a:solidFill>
                <a:latin typeface="Calibri" pitchFamily="34" charset="0"/>
                <a:ea typeface="宋体" pitchFamily="2" charset="-122"/>
              </a:rPr>
              <a:t> </a:t>
            </a:r>
            <a:r>
              <a:rPr lang="en-US" sz="1398" b="1" dirty="0">
                <a:solidFill>
                  <a:srgbClr val="6A6A6A"/>
                </a:solidFill>
                <a:latin typeface="Calibri" pitchFamily="34" charset="0"/>
                <a:ea typeface="宋体" pitchFamily="2" charset="-122"/>
              </a:rPr>
              <a:t>CENTER, </a:t>
            </a:r>
            <a:r>
              <a:rPr lang="en-US" sz="1398" b="1" dirty="0">
                <a:solidFill>
                  <a:srgbClr val="9B0000"/>
                </a:solidFill>
                <a:latin typeface="Calibri" pitchFamily="34" charset="0"/>
                <a:ea typeface="宋体" pitchFamily="2" charset="-122"/>
              </a:rPr>
              <a:t>ICT Lab</a:t>
            </a:r>
          </a:p>
        </p:txBody>
      </p:sp>
      <p:sp>
        <p:nvSpPr>
          <p:cNvPr id="11" name="TextBox 10"/>
          <p:cNvSpPr txBox="1"/>
          <p:nvPr userDrawn="1"/>
        </p:nvSpPr>
        <p:spPr>
          <a:xfrm>
            <a:off x="873571" y="6248500"/>
            <a:ext cx="1771319" cy="153888"/>
          </a:xfrm>
          <a:prstGeom prst="rect">
            <a:avLst/>
          </a:prstGeom>
          <a:noFill/>
        </p:spPr>
        <p:txBody>
          <a:bodyPr wrap="none" lIns="0" tIns="0" rIns="0" bIns="0" rtlCol="0">
            <a:spAutoFit/>
          </a:bodyPr>
          <a:lstStyle/>
          <a:p>
            <a:pPr fontAlgn="base">
              <a:spcBef>
                <a:spcPct val="0"/>
              </a:spcBef>
              <a:spcAft>
                <a:spcPct val="0"/>
              </a:spcAft>
              <a:defRPr/>
            </a:pPr>
            <a:r>
              <a:rPr lang="en-US" sz="1000" dirty="0">
                <a:solidFill>
                  <a:srgbClr val="FFFFFF">
                    <a:lumMod val="75000"/>
                  </a:srgbClr>
                </a:solidFill>
                <a:latin typeface="Arial" panose="020B0604020202020204" pitchFamily="34" charset="0"/>
                <a:ea typeface="宋体" pitchFamily="2" charset="-122"/>
                <a:cs typeface="Arial" panose="020B0604020202020204" pitchFamily="34" charset="0"/>
              </a:rPr>
              <a:t>Huawei Technologies Co., Ltd. </a:t>
            </a:r>
          </a:p>
        </p:txBody>
      </p:sp>
      <p:sp>
        <p:nvSpPr>
          <p:cNvPr id="20" name="Text Placeholder 19"/>
          <p:cNvSpPr>
            <a:spLocks noGrp="1"/>
          </p:cNvSpPr>
          <p:nvPr>
            <p:ph type="body" sz="quarter" idx="10" hasCustomPrompt="1"/>
          </p:nvPr>
        </p:nvSpPr>
        <p:spPr>
          <a:xfrm>
            <a:off x="873572" y="3927819"/>
            <a:ext cx="6750049" cy="533400"/>
          </a:xfrm>
          <a:prstGeom prst="rect">
            <a:avLst/>
          </a:prstGeom>
        </p:spPr>
        <p:txBody>
          <a:bodyPr lIns="0" rIns="0"/>
          <a:lstStyle>
            <a:lvl1pPr marL="0" indent="0">
              <a:buNone/>
              <a:defRPr sz="1798"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71" y="2890982"/>
            <a:ext cx="10626453" cy="639233"/>
          </a:xfrm>
          <a:prstGeom prst="rect">
            <a:avLst/>
          </a:prstGeom>
        </p:spPr>
        <p:txBody>
          <a:bodyPr lIns="0" tIns="0" rIns="0" bIns="0" anchor="ctr"/>
          <a:lstStyle>
            <a:lvl1pPr marL="0" indent="0">
              <a:buNone/>
              <a:defRPr sz="2398" b="0">
                <a:solidFill>
                  <a:schemeClr val="bg1"/>
                </a:solidFill>
                <a:latin typeface="Arial" panose="020B0604020202020204" pitchFamily="34" charset="0"/>
                <a:cs typeface="Arial" panose="020B0604020202020204" pitchFamily="34" charset="0"/>
              </a:defRPr>
            </a:lvl1pPr>
            <a:lvl2pPr marL="609097" indent="0">
              <a:buNone/>
              <a:defRPr sz="3198">
                <a:solidFill>
                  <a:schemeClr val="bg1"/>
                </a:solidFill>
              </a:defRPr>
            </a:lvl2pPr>
            <a:lvl3pPr marL="1218195" indent="0">
              <a:buNone/>
              <a:defRPr sz="3198">
                <a:solidFill>
                  <a:schemeClr val="bg1"/>
                </a:solidFill>
              </a:defRPr>
            </a:lvl3pPr>
            <a:lvl4pPr marL="1827291" indent="0">
              <a:buNone/>
              <a:defRPr sz="3198">
                <a:solidFill>
                  <a:schemeClr val="bg1"/>
                </a:solidFill>
              </a:defRPr>
            </a:lvl4pPr>
            <a:lvl5pPr marL="2436389" indent="0">
              <a:buNone/>
              <a:defRPr sz="3198">
                <a:solidFill>
                  <a:schemeClr val="bg1"/>
                </a:solidFill>
              </a:defRPr>
            </a:lvl5pPr>
          </a:lstStyle>
          <a:p>
            <a:pPr lvl="0"/>
            <a:r>
              <a:rPr lang="en-US" dirty="0"/>
              <a:t>Click to edit subtitle</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Tree>
    <p:extLst>
      <p:ext uri="{BB962C8B-B14F-4D97-AF65-F5344CB8AC3E}">
        <p14:creationId xmlns:p14="http://schemas.microsoft.com/office/powerpoint/2010/main" val="196818299"/>
      </p:ext>
    </p:extLst>
  </p:cSld>
  <p:clrMapOvr>
    <a:masterClrMapping/>
  </p:clrMapOvr>
  <mc:AlternateContent xmlns:mc="http://schemas.openxmlformats.org/markup-compatibility/2006" xmlns:p14="http://schemas.microsoft.com/office/powerpoint/2010/main">
    <mc:Choice Requires="p14">
      <p:transition p14:dur="10" advClick="0" advTm="8000"/>
    </mc:Choice>
    <mc:Fallback xmlns="">
      <p:transition advClick="0" advTm="8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Blank) 1">
    <p:spTree>
      <p:nvGrpSpPr>
        <p:cNvPr id="1" name=""/>
        <p:cNvGrpSpPr/>
        <p:nvPr/>
      </p:nvGrpSpPr>
      <p:grpSpPr>
        <a:xfrm>
          <a:off x="0" y="0"/>
          <a:ext cx="0" cy="0"/>
          <a:chOff x="0" y="0"/>
          <a:chExt cx="0" cy="0"/>
        </a:xfrm>
      </p:grpSpPr>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368" tIns="45684" rIns="91368" bIns="45684"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en-US" sz="1798" dirty="0">
              <a:solidFill>
                <a:srgbClr val="FFFFFF"/>
              </a:solidFill>
              <a:latin typeface="Arial" charset="0"/>
              <a:ea typeface="宋体" charset="-122"/>
            </a:endParaRPr>
          </a:p>
        </p:txBody>
      </p:sp>
      <p:sp>
        <p:nvSpPr>
          <p:cNvPr id="6" name="Rectangle 8"/>
          <p:cNvSpPr>
            <a:spLocks noGrp="1" noChangeArrowheads="1"/>
          </p:cNvSpPr>
          <p:nvPr>
            <p:ph type="title" hasCustomPrompt="1"/>
          </p:nvPr>
        </p:nvSpPr>
        <p:spPr bwMode="auto">
          <a:xfrm>
            <a:off x="877327" y="2117258"/>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796">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71" y="1176280"/>
            <a:ext cx="3733971" cy="307777"/>
          </a:xfrm>
          <a:prstGeom prst="rect">
            <a:avLst/>
          </a:prstGeom>
          <a:noFill/>
        </p:spPr>
        <p:txBody>
          <a:bodyPr wrap="none" lIns="0" rIns="0" rtlCol="0">
            <a:spAutoFit/>
          </a:bodyPr>
          <a:lstStyle/>
          <a:p>
            <a:pPr fontAlgn="base">
              <a:spcBef>
                <a:spcPct val="0"/>
              </a:spcBef>
              <a:spcAft>
                <a:spcPct val="0"/>
              </a:spcAft>
            </a:pPr>
            <a:r>
              <a:rPr lang="en-US" sz="1398" b="1" dirty="0">
                <a:solidFill>
                  <a:srgbClr val="000000"/>
                </a:solidFill>
                <a:latin typeface="Calibri" pitchFamily="34" charset="0"/>
                <a:ea typeface="宋体" pitchFamily="2" charset="-122"/>
              </a:rPr>
              <a:t>HUAWEI   </a:t>
            </a:r>
            <a:r>
              <a:rPr lang="en-US" sz="1398" b="1" dirty="0">
                <a:solidFill>
                  <a:srgbClr val="6A6A6A"/>
                </a:solidFill>
                <a:latin typeface="Calibri" pitchFamily="34" charset="0"/>
                <a:ea typeface="宋体" pitchFamily="2" charset="-122"/>
              </a:rPr>
              <a:t>|</a:t>
            </a:r>
            <a:r>
              <a:rPr lang="en-US" sz="1398" b="1" dirty="0">
                <a:solidFill>
                  <a:srgbClr val="000000"/>
                </a:solidFill>
                <a:latin typeface="Calibri" pitchFamily="34" charset="0"/>
                <a:ea typeface="宋体" pitchFamily="2" charset="-122"/>
              </a:rPr>
              <a:t>   </a:t>
            </a:r>
            <a:r>
              <a:rPr lang="en-US" sz="1398" b="1" dirty="0">
                <a:solidFill>
                  <a:srgbClr val="6A6A6A"/>
                </a:solidFill>
                <a:latin typeface="Calibri" pitchFamily="34" charset="0"/>
                <a:ea typeface="宋体" pitchFamily="2" charset="-122"/>
              </a:rPr>
              <a:t>IRELAND</a:t>
            </a:r>
            <a:r>
              <a:rPr lang="en-US" sz="1398" b="1" dirty="0">
                <a:solidFill>
                  <a:srgbClr val="000000"/>
                </a:solidFill>
                <a:latin typeface="Calibri" pitchFamily="34" charset="0"/>
                <a:ea typeface="宋体" pitchFamily="2" charset="-122"/>
              </a:rPr>
              <a:t> </a:t>
            </a:r>
            <a:r>
              <a:rPr lang="en-US" sz="1398" b="1" dirty="0">
                <a:solidFill>
                  <a:srgbClr val="9B0000"/>
                </a:solidFill>
                <a:latin typeface="Calibri" pitchFamily="34" charset="0"/>
                <a:ea typeface="宋体" pitchFamily="2" charset="-122"/>
              </a:rPr>
              <a:t>RESEARCH</a:t>
            </a:r>
            <a:r>
              <a:rPr lang="en-US" sz="1398" b="1" dirty="0">
                <a:solidFill>
                  <a:srgbClr val="000000"/>
                </a:solidFill>
                <a:latin typeface="Calibri" pitchFamily="34" charset="0"/>
                <a:ea typeface="宋体" pitchFamily="2" charset="-122"/>
              </a:rPr>
              <a:t> </a:t>
            </a:r>
            <a:r>
              <a:rPr lang="en-US" sz="1398" b="1" dirty="0">
                <a:solidFill>
                  <a:srgbClr val="6A6A6A"/>
                </a:solidFill>
                <a:latin typeface="Calibri" pitchFamily="34" charset="0"/>
                <a:ea typeface="宋体" pitchFamily="2" charset="-122"/>
              </a:rPr>
              <a:t>CENTER, </a:t>
            </a:r>
            <a:r>
              <a:rPr lang="en-US" sz="1398" b="1" dirty="0">
                <a:solidFill>
                  <a:srgbClr val="9B0000"/>
                </a:solidFill>
                <a:latin typeface="Calibri" pitchFamily="34" charset="0"/>
                <a:ea typeface="宋体" pitchFamily="2" charset="-122"/>
              </a:rPr>
              <a:t>ICT Lab</a:t>
            </a:r>
          </a:p>
        </p:txBody>
      </p:sp>
      <p:sp>
        <p:nvSpPr>
          <p:cNvPr id="20" name="Text Placeholder 19"/>
          <p:cNvSpPr>
            <a:spLocks noGrp="1"/>
          </p:cNvSpPr>
          <p:nvPr>
            <p:ph type="body" sz="quarter" idx="10" hasCustomPrompt="1"/>
          </p:nvPr>
        </p:nvSpPr>
        <p:spPr>
          <a:xfrm>
            <a:off x="873572" y="3927819"/>
            <a:ext cx="6750049" cy="533400"/>
          </a:xfrm>
          <a:prstGeom prst="rect">
            <a:avLst/>
          </a:prstGeom>
        </p:spPr>
        <p:txBody>
          <a:bodyPr lIns="0" rIns="0"/>
          <a:lstStyle>
            <a:lvl1pPr marL="0" indent="0">
              <a:buNone/>
              <a:defRPr sz="1798"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71" y="2890982"/>
            <a:ext cx="10626453" cy="639233"/>
          </a:xfrm>
          <a:prstGeom prst="rect">
            <a:avLst/>
          </a:prstGeom>
        </p:spPr>
        <p:txBody>
          <a:bodyPr lIns="0" tIns="0" rIns="0" bIns="0" anchor="ctr"/>
          <a:lstStyle>
            <a:lvl1pPr marL="0" indent="0">
              <a:buNone/>
              <a:defRPr sz="2398" b="0">
                <a:solidFill>
                  <a:schemeClr val="bg1"/>
                </a:solidFill>
                <a:latin typeface="Arial" panose="020B0604020202020204" pitchFamily="34" charset="0"/>
                <a:cs typeface="Arial" panose="020B0604020202020204" pitchFamily="34" charset="0"/>
              </a:defRPr>
            </a:lvl1pPr>
            <a:lvl2pPr marL="609097" indent="0">
              <a:buNone/>
              <a:defRPr sz="3198">
                <a:solidFill>
                  <a:schemeClr val="bg1"/>
                </a:solidFill>
              </a:defRPr>
            </a:lvl2pPr>
            <a:lvl3pPr marL="1218195" indent="0">
              <a:buNone/>
              <a:defRPr sz="3198">
                <a:solidFill>
                  <a:schemeClr val="bg1"/>
                </a:solidFill>
              </a:defRPr>
            </a:lvl3pPr>
            <a:lvl4pPr marL="1827291" indent="0">
              <a:buNone/>
              <a:defRPr sz="3198">
                <a:solidFill>
                  <a:schemeClr val="bg1"/>
                </a:solidFill>
              </a:defRPr>
            </a:lvl4pPr>
            <a:lvl5pPr marL="2436389" indent="0">
              <a:buNone/>
              <a:defRPr sz="3198">
                <a:solidFill>
                  <a:schemeClr val="bg1"/>
                </a:solidFill>
              </a:defRPr>
            </a:lvl5pPr>
          </a:lstStyle>
          <a:p>
            <a:pPr lvl="0"/>
            <a:r>
              <a:rPr lang="en-US" dirty="0"/>
              <a:t>Click to edit subtitle</a:t>
            </a:r>
          </a:p>
        </p:txBody>
      </p:sp>
      <p:sp>
        <p:nvSpPr>
          <p:cNvPr id="13" name="Rectangle 12"/>
          <p:cNvSpPr/>
          <p:nvPr userDrawn="1"/>
        </p:nvSpPr>
        <p:spPr bwMode="auto">
          <a:xfrm>
            <a:off x="0" y="5370"/>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368" tIns="45684" rIns="91368" bIns="45684"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en-US" sz="1798" dirty="0">
              <a:solidFill>
                <a:srgbClr val="FFFFFF"/>
              </a:solidFill>
              <a:latin typeface="Arial" charset="0"/>
              <a:ea typeface="宋体" charset="-122"/>
            </a:endParaRP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
        <p:nvSpPr>
          <p:cNvPr id="10" name="TextBox 9"/>
          <p:cNvSpPr txBox="1"/>
          <p:nvPr userDrawn="1"/>
        </p:nvSpPr>
        <p:spPr>
          <a:xfrm>
            <a:off x="873571" y="6248500"/>
            <a:ext cx="1771319" cy="153888"/>
          </a:xfrm>
          <a:prstGeom prst="rect">
            <a:avLst/>
          </a:prstGeom>
          <a:noFill/>
        </p:spPr>
        <p:txBody>
          <a:bodyPr wrap="none" lIns="0" tIns="0" rIns="0" bIns="0" rtlCol="0">
            <a:spAutoFit/>
          </a:bodyPr>
          <a:lstStyle/>
          <a:p>
            <a:pPr fontAlgn="base">
              <a:spcBef>
                <a:spcPct val="0"/>
              </a:spcBef>
              <a:spcAft>
                <a:spcPct val="0"/>
              </a:spcAft>
              <a:defRPr/>
            </a:pPr>
            <a:r>
              <a:rPr lang="en-US" sz="1000" dirty="0">
                <a:solidFill>
                  <a:srgbClr val="FFFFFF">
                    <a:lumMod val="75000"/>
                  </a:srgbClr>
                </a:solidFill>
                <a:latin typeface="Arial" panose="020B0604020202020204" pitchFamily="34" charset="0"/>
                <a:ea typeface="宋体" pitchFamily="2" charset="-122"/>
                <a:cs typeface="Arial" panose="020B0604020202020204" pitchFamily="34" charset="0"/>
              </a:rPr>
              <a:t>Huawei Technologies Co., Ltd. </a:t>
            </a:r>
          </a:p>
        </p:txBody>
      </p:sp>
    </p:spTree>
    <p:extLst>
      <p:ext uri="{BB962C8B-B14F-4D97-AF65-F5344CB8AC3E}">
        <p14:creationId xmlns:p14="http://schemas.microsoft.com/office/powerpoint/2010/main" val="1998727797"/>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Blank) 2">
    <p:spTree>
      <p:nvGrpSpPr>
        <p:cNvPr id="1" name=""/>
        <p:cNvGrpSpPr/>
        <p:nvPr/>
      </p:nvGrpSpPr>
      <p:grpSpPr>
        <a:xfrm>
          <a:off x="0" y="0"/>
          <a:ext cx="0" cy="0"/>
          <a:chOff x="0" y="0"/>
          <a:chExt cx="0" cy="0"/>
        </a:xfrm>
      </p:grpSpPr>
      <p:sp>
        <p:nvSpPr>
          <p:cNvPr id="13" name="Rectangle 12"/>
          <p:cNvSpPr/>
          <p:nvPr userDrawn="1"/>
        </p:nvSpPr>
        <p:spPr bwMode="auto">
          <a:xfrm>
            <a:off x="0" y="5370"/>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368" tIns="45684" rIns="91368" bIns="45684"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en-US" sz="1798" dirty="0">
              <a:solidFill>
                <a:srgbClr val="FFFFFF"/>
              </a:solidFill>
              <a:latin typeface="Arial" charset="0"/>
              <a:ea typeface="宋体" charset="-122"/>
            </a:endParaRPr>
          </a:p>
        </p:txBody>
      </p:sp>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368" tIns="45684" rIns="91368" bIns="45684"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en-US" sz="1798" dirty="0">
              <a:solidFill>
                <a:srgbClr val="FFFFFF"/>
              </a:solidFill>
              <a:latin typeface="Arial" charset="0"/>
              <a:ea typeface="宋体" charset="-122"/>
            </a:endParaRPr>
          </a:p>
        </p:txBody>
      </p:sp>
      <p:sp>
        <p:nvSpPr>
          <p:cNvPr id="6" name="Rectangle 8"/>
          <p:cNvSpPr>
            <a:spLocks noGrp="1" noChangeArrowheads="1"/>
          </p:cNvSpPr>
          <p:nvPr>
            <p:ph type="title" hasCustomPrompt="1"/>
          </p:nvPr>
        </p:nvSpPr>
        <p:spPr bwMode="auto">
          <a:xfrm>
            <a:off x="877327" y="2117258"/>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796">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71" y="1176280"/>
            <a:ext cx="3754105" cy="307777"/>
          </a:xfrm>
          <a:prstGeom prst="rect">
            <a:avLst/>
          </a:prstGeom>
          <a:noFill/>
        </p:spPr>
        <p:txBody>
          <a:bodyPr wrap="none" lIns="0" rIns="0" rtlCol="0">
            <a:spAutoFit/>
          </a:bodyPr>
          <a:lstStyle/>
          <a:p>
            <a:pPr fontAlgn="base">
              <a:spcBef>
                <a:spcPct val="0"/>
              </a:spcBef>
              <a:spcAft>
                <a:spcPct val="0"/>
              </a:spcAft>
            </a:pPr>
            <a:r>
              <a:rPr lang="en-US" sz="1398" b="1" dirty="0">
                <a:solidFill>
                  <a:srgbClr val="000000"/>
                </a:solidFill>
                <a:latin typeface="Calibri" pitchFamily="34" charset="0"/>
                <a:ea typeface="宋体" pitchFamily="2" charset="-122"/>
              </a:rPr>
              <a:t>HUAWEI   </a:t>
            </a:r>
            <a:r>
              <a:rPr lang="en-US" sz="1398" b="1" dirty="0">
                <a:solidFill>
                  <a:srgbClr val="6A6A6A"/>
                </a:solidFill>
                <a:latin typeface="Calibri" pitchFamily="34" charset="0"/>
                <a:ea typeface="宋体" pitchFamily="2" charset="-122"/>
              </a:rPr>
              <a:t>|</a:t>
            </a:r>
            <a:r>
              <a:rPr lang="en-US" sz="1398" b="1" dirty="0">
                <a:solidFill>
                  <a:srgbClr val="000000"/>
                </a:solidFill>
                <a:latin typeface="Calibri" pitchFamily="34" charset="0"/>
                <a:ea typeface="宋体" pitchFamily="2" charset="-122"/>
              </a:rPr>
              <a:t>   </a:t>
            </a:r>
            <a:r>
              <a:rPr lang="en-US" sz="1398" b="1" dirty="0">
                <a:solidFill>
                  <a:srgbClr val="6A6A6A"/>
                </a:solidFill>
                <a:latin typeface="Calibri" pitchFamily="34" charset="0"/>
                <a:ea typeface="宋体" pitchFamily="2" charset="-122"/>
              </a:rPr>
              <a:t>IRELAND</a:t>
            </a:r>
            <a:r>
              <a:rPr lang="en-US" sz="1398" b="1" dirty="0">
                <a:solidFill>
                  <a:srgbClr val="000000"/>
                </a:solidFill>
                <a:latin typeface="Calibri" pitchFamily="34" charset="0"/>
                <a:ea typeface="宋体" pitchFamily="2" charset="-122"/>
              </a:rPr>
              <a:t> </a:t>
            </a:r>
            <a:r>
              <a:rPr lang="en-US" sz="1398" b="1" dirty="0">
                <a:solidFill>
                  <a:srgbClr val="9B0000"/>
                </a:solidFill>
                <a:latin typeface="Calibri" pitchFamily="34" charset="0"/>
                <a:ea typeface="宋体" pitchFamily="2" charset="-122"/>
              </a:rPr>
              <a:t>RESEARCH</a:t>
            </a:r>
            <a:r>
              <a:rPr lang="en-US" sz="1398" b="1" dirty="0">
                <a:solidFill>
                  <a:srgbClr val="000000"/>
                </a:solidFill>
                <a:latin typeface="Calibri" pitchFamily="34" charset="0"/>
                <a:ea typeface="宋体" pitchFamily="2" charset="-122"/>
              </a:rPr>
              <a:t> </a:t>
            </a:r>
            <a:r>
              <a:rPr lang="en-US" sz="1398" b="1" dirty="0">
                <a:solidFill>
                  <a:srgbClr val="6A6A6A"/>
                </a:solidFill>
                <a:latin typeface="Calibri" pitchFamily="34" charset="0"/>
                <a:ea typeface="宋体" pitchFamily="2" charset="-122"/>
              </a:rPr>
              <a:t>CENTER, </a:t>
            </a:r>
            <a:r>
              <a:rPr lang="en-US" sz="1398" b="1" dirty="0">
                <a:solidFill>
                  <a:srgbClr val="9B0000"/>
                </a:solidFill>
                <a:latin typeface="Calibri" pitchFamily="34" charset="0"/>
                <a:ea typeface="宋体" pitchFamily="2" charset="-122"/>
              </a:rPr>
              <a:t>ICT Lab</a:t>
            </a:r>
          </a:p>
        </p:txBody>
      </p:sp>
      <p:sp>
        <p:nvSpPr>
          <p:cNvPr id="20" name="Text Placeholder 19"/>
          <p:cNvSpPr>
            <a:spLocks noGrp="1"/>
          </p:cNvSpPr>
          <p:nvPr>
            <p:ph type="body" sz="quarter" idx="10" hasCustomPrompt="1"/>
          </p:nvPr>
        </p:nvSpPr>
        <p:spPr>
          <a:xfrm>
            <a:off x="873572" y="3927819"/>
            <a:ext cx="6750049" cy="533400"/>
          </a:xfrm>
          <a:prstGeom prst="rect">
            <a:avLst/>
          </a:prstGeom>
        </p:spPr>
        <p:txBody>
          <a:bodyPr lIns="0" rIns="0"/>
          <a:lstStyle>
            <a:lvl1pPr marL="0" indent="0">
              <a:buNone/>
              <a:defRPr sz="1798"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71" y="2890982"/>
            <a:ext cx="10626453" cy="639233"/>
          </a:xfrm>
          <a:prstGeom prst="rect">
            <a:avLst/>
          </a:prstGeom>
        </p:spPr>
        <p:txBody>
          <a:bodyPr lIns="0" tIns="0" rIns="0" bIns="0" anchor="ctr"/>
          <a:lstStyle>
            <a:lvl1pPr marL="0" indent="0">
              <a:buNone/>
              <a:defRPr sz="2398" b="0">
                <a:solidFill>
                  <a:schemeClr val="bg1"/>
                </a:solidFill>
                <a:latin typeface="Arial" panose="020B0604020202020204" pitchFamily="34" charset="0"/>
                <a:cs typeface="Arial" panose="020B0604020202020204" pitchFamily="34" charset="0"/>
              </a:defRPr>
            </a:lvl1pPr>
            <a:lvl2pPr marL="609097" indent="0">
              <a:buNone/>
              <a:defRPr sz="3198">
                <a:solidFill>
                  <a:schemeClr val="bg1"/>
                </a:solidFill>
              </a:defRPr>
            </a:lvl2pPr>
            <a:lvl3pPr marL="1218195" indent="0">
              <a:buNone/>
              <a:defRPr sz="3198">
                <a:solidFill>
                  <a:schemeClr val="bg1"/>
                </a:solidFill>
              </a:defRPr>
            </a:lvl3pPr>
            <a:lvl4pPr marL="1827291" indent="0">
              <a:buNone/>
              <a:defRPr sz="3198">
                <a:solidFill>
                  <a:schemeClr val="bg1"/>
                </a:solidFill>
              </a:defRPr>
            </a:lvl4pPr>
            <a:lvl5pPr marL="2436389" indent="0">
              <a:buNone/>
              <a:defRPr sz="3198">
                <a:solidFill>
                  <a:schemeClr val="bg1"/>
                </a:solidFill>
              </a:defRPr>
            </a:lvl5pPr>
          </a:lstStyle>
          <a:p>
            <a:pPr lvl="0"/>
            <a:r>
              <a:rPr lang="en-US" dirty="0"/>
              <a:t>Click to edit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9580"/>
            <a:ext cx="1378226" cy="1378226"/>
          </a:xfrm>
          <a:prstGeom prst="rect">
            <a:avLst/>
          </a:prstGeom>
        </p:spPr>
      </p:pic>
      <p:sp>
        <p:nvSpPr>
          <p:cNvPr id="12" name="TextBox 11"/>
          <p:cNvSpPr txBox="1"/>
          <p:nvPr userDrawn="1"/>
        </p:nvSpPr>
        <p:spPr>
          <a:xfrm>
            <a:off x="873571" y="6248500"/>
            <a:ext cx="1771319" cy="153888"/>
          </a:xfrm>
          <a:prstGeom prst="rect">
            <a:avLst/>
          </a:prstGeom>
          <a:noFill/>
        </p:spPr>
        <p:txBody>
          <a:bodyPr wrap="none" lIns="0" tIns="0" rIns="0" bIns="0" rtlCol="0">
            <a:spAutoFit/>
          </a:bodyPr>
          <a:lstStyle/>
          <a:p>
            <a:pPr fontAlgn="base">
              <a:spcBef>
                <a:spcPct val="0"/>
              </a:spcBef>
              <a:spcAft>
                <a:spcPct val="0"/>
              </a:spcAft>
              <a:defRPr/>
            </a:pPr>
            <a:r>
              <a:rPr lang="en-US" sz="1000" dirty="0">
                <a:solidFill>
                  <a:srgbClr val="FFFFFF">
                    <a:lumMod val="75000"/>
                  </a:srgbClr>
                </a:solidFill>
                <a:latin typeface="Arial" panose="020B0604020202020204" pitchFamily="34" charset="0"/>
                <a:ea typeface="宋体" pitchFamily="2" charset="-122"/>
                <a:cs typeface="Arial" panose="020B0604020202020204" pitchFamily="34" charset="0"/>
              </a:rPr>
              <a:t>Huawei Technologies Co., Ltd. </a:t>
            </a:r>
          </a:p>
        </p:txBody>
      </p:sp>
    </p:spTree>
    <p:extLst>
      <p:ext uri="{BB962C8B-B14F-4D97-AF65-F5344CB8AC3E}">
        <p14:creationId xmlns:p14="http://schemas.microsoft.com/office/powerpoint/2010/main" val="2667458974"/>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7536" y="449288"/>
            <a:ext cx="10176933" cy="871537"/>
          </a:xfrm>
          <a:prstGeom prst="rect">
            <a:avLst/>
          </a:prstGeom>
        </p:spPr>
        <p:txBody>
          <a:bodyPr/>
          <a:lstStyle>
            <a:lvl1pPr>
              <a:defRPr sz="2398">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
        <p:nvSpPr>
          <p:cNvPr id="4" name="Content Placeholder 3"/>
          <p:cNvSpPr>
            <a:spLocks noGrp="1"/>
          </p:cNvSpPr>
          <p:nvPr>
            <p:ph sz="quarter" idx="10" hasCustomPrompt="1"/>
          </p:nvPr>
        </p:nvSpPr>
        <p:spPr>
          <a:xfrm>
            <a:off x="1018786" y="1628384"/>
            <a:ext cx="5040000" cy="4584744"/>
          </a:xfrm>
          <a:prstGeom prst="rect">
            <a:avLst/>
          </a:prstGeom>
        </p:spPr>
        <p:txBody>
          <a:bodyPr/>
          <a:lstStyle>
            <a:lvl1pPr>
              <a:buClr>
                <a:schemeClr val="tx1"/>
              </a:buClr>
              <a:defRPr sz="1998">
                <a:solidFill>
                  <a:schemeClr val="tx1">
                    <a:lumMod val="95000"/>
                    <a:lumOff val="5000"/>
                  </a:schemeClr>
                </a:solidFill>
                <a:latin typeface="Arial" panose="020B0604020202020204" pitchFamily="34" charset="0"/>
                <a:cs typeface="Arial" panose="020B0604020202020204" pitchFamily="34" charset="0"/>
              </a:defRPr>
            </a:lvl1pPr>
            <a:lvl2pPr marL="989783" indent="-380686">
              <a:buClr>
                <a:schemeClr val="tx1"/>
              </a:buClr>
              <a:buSzPct val="100000"/>
              <a:buFont typeface="Wingdings" charset="2"/>
              <a:buChar char="§"/>
              <a:defRPr sz="1998">
                <a:solidFill>
                  <a:schemeClr val="tx1">
                    <a:lumMod val="95000"/>
                    <a:lumOff val="5000"/>
                  </a:schemeClr>
                </a:solidFill>
                <a:latin typeface="Arial" panose="020B0604020202020204" pitchFamily="34" charset="0"/>
                <a:cs typeface="Arial" panose="020B0604020202020204" pitchFamily="34" charset="0"/>
              </a:defRPr>
            </a:lvl2pPr>
            <a:lvl3pPr marL="1522743" indent="-304548">
              <a:buClr>
                <a:schemeClr val="tx1"/>
              </a:buClr>
              <a:buSzPct val="100000"/>
              <a:buFont typeface="Arial" charset="0"/>
              <a:buChar char="•"/>
              <a:defRPr sz="1998">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598">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598">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quarter" idx="11" hasCustomPrompt="1"/>
          </p:nvPr>
        </p:nvSpPr>
        <p:spPr>
          <a:xfrm>
            <a:off x="6144467" y="1628384"/>
            <a:ext cx="5040000" cy="4584744"/>
          </a:xfrm>
          <a:prstGeom prst="rect">
            <a:avLst/>
          </a:prstGeom>
        </p:spPr>
        <p:txBody>
          <a:bodyPr/>
          <a:lstStyle>
            <a:lvl1pPr>
              <a:buClr>
                <a:schemeClr val="tx1"/>
              </a:buClr>
              <a:defRPr sz="1998">
                <a:solidFill>
                  <a:schemeClr val="tx1">
                    <a:lumMod val="95000"/>
                    <a:lumOff val="5000"/>
                  </a:schemeClr>
                </a:solidFill>
                <a:latin typeface="Arial" panose="020B0604020202020204" pitchFamily="34" charset="0"/>
                <a:cs typeface="Arial" panose="020B0604020202020204" pitchFamily="34" charset="0"/>
              </a:defRPr>
            </a:lvl1pPr>
            <a:lvl2pPr marL="989783" indent="-380686">
              <a:buClr>
                <a:schemeClr val="tx1"/>
              </a:buClr>
              <a:buSzPct val="100000"/>
              <a:buFont typeface="Wingdings" charset="2"/>
              <a:buChar char="§"/>
              <a:defRPr sz="1998">
                <a:solidFill>
                  <a:schemeClr val="tx1">
                    <a:lumMod val="95000"/>
                    <a:lumOff val="5000"/>
                  </a:schemeClr>
                </a:solidFill>
                <a:latin typeface="Arial" panose="020B0604020202020204" pitchFamily="34" charset="0"/>
                <a:cs typeface="Arial" panose="020B0604020202020204" pitchFamily="34" charset="0"/>
              </a:defRPr>
            </a:lvl2pPr>
            <a:lvl3pPr marL="1522743" indent="-304548">
              <a:buClr>
                <a:schemeClr val="tx1"/>
              </a:buClr>
              <a:buSzPct val="100000"/>
              <a:buFont typeface="Arial" charset="0"/>
              <a:buChar char="•"/>
              <a:defRPr sz="1998">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598">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598">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5444602"/>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07536" y="449288"/>
            <a:ext cx="10176933" cy="871537"/>
          </a:xfrm>
          <a:prstGeom prst="rect">
            <a:avLst/>
          </a:prstGeom>
        </p:spPr>
        <p:txBody>
          <a:bodyPr/>
          <a:lstStyle>
            <a:lvl1pPr>
              <a:defRPr sz="2398" baseline="0">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Tree>
    <p:extLst>
      <p:ext uri="{BB962C8B-B14F-4D97-AF65-F5344CB8AC3E}">
        <p14:creationId xmlns:p14="http://schemas.microsoft.com/office/powerpoint/2010/main" val="622625012"/>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698646"/>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6" name="Rectangle 5"/>
          <p:cNvSpPr/>
          <p:nvPr userDrawn="1"/>
        </p:nvSpPr>
        <p:spPr bwMode="auto">
          <a:xfrm>
            <a:off x="0" y="0"/>
            <a:ext cx="12192000" cy="6858000"/>
          </a:xfrm>
          <a:prstGeom prst="rect">
            <a:avLst/>
          </a:prstGeom>
          <a:solidFill>
            <a:schemeClr val="bg1"/>
          </a:solidFill>
          <a:ln>
            <a:noFill/>
          </a:ln>
          <a:effectLst/>
        </p:spPr>
        <p:txBody>
          <a:bodyPr vert="horz" wrap="square" lIns="121824" tIns="60912" rIns="121824" bIns="60912" numCol="1" rtlCol="0" anchor="t" anchorCtr="0" compatLnSpc="1">
            <a:prstTxWarp prst="textNoShape">
              <a:avLst/>
            </a:prstTxWarp>
          </a:bodyPr>
          <a:lstStyle/>
          <a:p>
            <a:pPr defTabSz="1218195" fontAlgn="base">
              <a:spcBef>
                <a:spcPct val="0"/>
              </a:spcBef>
              <a:spcAft>
                <a:spcPct val="0"/>
              </a:spcAft>
              <a:buClr>
                <a:srgbClr val="CC9900"/>
              </a:buClr>
              <a:buFont typeface="Wingdings" pitchFamily="2" charset="2"/>
              <a:buChar char="n"/>
            </a:pPr>
            <a:endParaRPr lang="en-US" sz="2398" dirty="0">
              <a:solidFill>
                <a:srgbClr val="000000"/>
              </a:solidFill>
              <a:latin typeface="Arial" charset="0"/>
              <a:ea typeface="宋体" charset="-122"/>
            </a:endParaRPr>
          </a:p>
        </p:txBody>
      </p:sp>
      <p:sp>
        <p:nvSpPr>
          <p:cNvPr id="4" name="TextBox 3"/>
          <p:cNvSpPr txBox="1"/>
          <p:nvPr userDrawn="1"/>
        </p:nvSpPr>
        <p:spPr>
          <a:xfrm>
            <a:off x="639055" y="5566942"/>
            <a:ext cx="11020147" cy="861774"/>
          </a:xfrm>
          <a:prstGeom prst="rect">
            <a:avLst/>
          </a:prstGeom>
          <a:noFill/>
        </p:spPr>
        <p:txBody>
          <a:bodyPr wrap="square" rtlCol="0">
            <a:spAutoFit/>
          </a:bodyPr>
          <a:lstStyle/>
          <a:p>
            <a:pPr algn="just" defTabSz="1218195">
              <a:defRPr/>
            </a:pPr>
            <a:r>
              <a:rPr lang="en-US" altLang="zh-CN" sz="1000" b="1" dirty="0">
                <a:solidFill>
                  <a:srgbClr val="FFFFFF">
                    <a:lumMod val="65000"/>
                  </a:srgbClr>
                </a:solidFill>
                <a:latin typeface="Arial" panose="020B0604020202020204" pitchFamily="34" charset="0"/>
                <a:ea typeface="宋体" charset="-122"/>
                <a:cs typeface="Arial" panose="020B0604020202020204" pitchFamily="34" charset="0"/>
              </a:rPr>
              <a:t>Copyright © 2022 </a:t>
            </a:r>
            <a:r>
              <a:rPr lang="en-US" sz="1000" b="1" dirty="0">
                <a:solidFill>
                  <a:srgbClr val="FFFFFF">
                    <a:lumMod val="65000"/>
                  </a:srgbClr>
                </a:solidFill>
                <a:latin typeface="Arial" panose="020B0604020202020204" pitchFamily="34" charset="0"/>
                <a:ea typeface="宋体" charset="-122"/>
                <a:cs typeface="Arial" panose="020B0604020202020204" pitchFamily="34" charset="0"/>
              </a:rPr>
              <a:t>Huawei Technologies Co., Ltd. </a:t>
            </a:r>
            <a:r>
              <a:rPr lang="en-US" altLang="zh-CN" sz="1000" b="1" dirty="0">
                <a:solidFill>
                  <a:srgbClr val="FFFFFF">
                    <a:lumMod val="65000"/>
                  </a:srgbClr>
                </a:solidFill>
                <a:latin typeface="Arial" panose="020B0604020202020204" pitchFamily="34" charset="0"/>
                <a:ea typeface="宋体" charset="-122"/>
                <a:cs typeface="Arial" panose="020B0604020202020204" pitchFamily="34" charset="0"/>
              </a:rPr>
              <a:t>All Rights Reserved.</a:t>
            </a:r>
            <a:endParaRPr lang="zh-CN" altLang="zh-CN" sz="1000" dirty="0">
              <a:solidFill>
                <a:srgbClr val="FFFFFF">
                  <a:lumMod val="65000"/>
                </a:srgbClr>
              </a:solidFill>
              <a:latin typeface="Arial" panose="020B0604020202020204" pitchFamily="34" charset="0"/>
              <a:ea typeface="宋体" charset="-122"/>
              <a:cs typeface="Arial" panose="020B0604020202020204" pitchFamily="34" charset="0"/>
            </a:endParaRPr>
          </a:p>
          <a:p>
            <a:pPr algn="just" defTabSz="1218195">
              <a:defRPr/>
            </a:pPr>
            <a:endParaRPr lang="en-US" altLang="zh-CN" sz="1000" dirty="0">
              <a:solidFill>
                <a:srgbClr val="FFFFFF">
                  <a:lumMod val="65000"/>
                </a:srgbClr>
              </a:solidFill>
              <a:latin typeface="Arial" panose="020B0604020202020204" pitchFamily="34" charset="0"/>
              <a:ea typeface="宋体" charset="-122"/>
              <a:cs typeface="Arial" panose="020B0604020202020204" pitchFamily="34" charset="0"/>
            </a:endParaRPr>
          </a:p>
          <a:p>
            <a:pPr algn="just" defTabSz="1218195">
              <a:defRPr/>
            </a:pPr>
            <a:r>
              <a:rPr lang="en-US" altLang="zh-CN" sz="1000" dirty="0">
                <a:solidFill>
                  <a:srgbClr val="FFFFFF">
                    <a:lumMod val="65000"/>
                  </a:srgbClr>
                </a:solidFill>
                <a:latin typeface="Arial" panose="020B0604020202020204" pitchFamily="34" charset="0"/>
                <a:ea typeface="宋体"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000" dirty="0">
              <a:solidFill>
                <a:srgbClr val="FFFFFF">
                  <a:lumMod val="65000"/>
                </a:srgbClr>
              </a:solidFill>
              <a:latin typeface="Arial" panose="020B0604020202020204" pitchFamily="34" charset="0"/>
              <a:ea typeface="宋体" charset="-122"/>
              <a:cs typeface="Arial" panose="020B0604020202020204" pitchFamily="34" charset="0"/>
            </a:endParaRPr>
          </a:p>
        </p:txBody>
      </p:sp>
      <p:sp>
        <p:nvSpPr>
          <p:cNvPr id="7" name="TextBox 6"/>
          <p:cNvSpPr txBox="1"/>
          <p:nvPr userDrawn="1"/>
        </p:nvSpPr>
        <p:spPr>
          <a:xfrm>
            <a:off x="3747609" y="3930215"/>
            <a:ext cx="4803046" cy="369332"/>
          </a:xfrm>
          <a:prstGeom prst="rect">
            <a:avLst/>
          </a:prstGeom>
          <a:noFill/>
        </p:spPr>
        <p:txBody>
          <a:bodyPr wrap="none" lIns="0" tIns="0" rIns="0" bIns="0" rtlCol="0">
            <a:spAutoFit/>
          </a:bodyPr>
          <a:lstStyle/>
          <a:p>
            <a:pPr algn="ctr" fontAlgn="base">
              <a:spcBef>
                <a:spcPct val="0"/>
              </a:spcBef>
              <a:spcAft>
                <a:spcPct val="0"/>
              </a:spcAft>
            </a:pPr>
            <a:r>
              <a:rPr lang="en-US" sz="2398" b="1" dirty="0">
                <a:solidFill>
                  <a:srgbClr val="6A6A6A"/>
                </a:solidFill>
                <a:latin typeface="Calibri" pitchFamily="34" charset="0"/>
                <a:ea typeface="宋体" pitchFamily="2" charset="-122"/>
              </a:rPr>
              <a:t>IRELAND</a:t>
            </a:r>
            <a:r>
              <a:rPr lang="en-US" sz="2398" b="1" dirty="0">
                <a:solidFill>
                  <a:srgbClr val="000000"/>
                </a:solidFill>
                <a:latin typeface="Calibri" pitchFamily="34" charset="0"/>
                <a:ea typeface="宋体" pitchFamily="2" charset="-122"/>
              </a:rPr>
              <a:t> </a:t>
            </a:r>
            <a:r>
              <a:rPr lang="en-US" sz="2398" b="1" dirty="0">
                <a:solidFill>
                  <a:srgbClr val="9B0000"/>
                </a:solidFill>
                <a:latin typeface="Calibri" pitchFamily="34" charset="0"/>
                <a:ea typeface="宋体" pitchFamily="2" charset="-122"/>
              </a:rPr>
              <a:t>RESEARCH</a:t>
            </a:r>
            <a:r>
              <a:rPr lang="en-US" sz="2398" b="1" dirty="0">
                <a:solidFill>
                  <a:srgbClr val="000000"/>
                </a:solidFill>
                <a:latin typeface="Calibri" pitchFamily="34" charset="0"/>
                <a:ea typeface="宋体" pitchFamily="2" charset="-122"/>
              </a:rPr>
              <a:t> </a:t>
            </a:r>
            <a:r>
              <a:rPr lang="en-US" sz="2398" b="1" dirty="0">
                <a:solidFill>
                  <a:srgbClr val="6A6A6A"/>
                </a:solidFill>
                <a:latin typeface="Calibri" pitchFamily="34" charset="0"/>
                <a:ea typeface="宋体" pitchFamily="2" charset="-122"/>
              </a:rPr>
              <a:t>CENTER, </a:t>
            </a:r>
            <a:r>
              <a:rPr lang="en-US" sz="2398" b="1" dirty="0">
                <a:solidFill>
                  <a:srgbClr val="9B0000"/>
                </a:solidFill>
                <a:latin typeface="Calibri" pitchFamily="34" charset="0"/>
                <a:ea typeface="宋体" pitchFamily="2" charset="-122"/>
              </a:rPr>
              <a:t>ICT Lab</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1883414471"/>
      </p:ext>
    </p:extLst>
  </p:cSld>
  <p:clrMapOvr>
    <a:masterClrMapping/>
  </p:clrMapOvr>
  <mc:AlternateContent xmlns:mc="http://schemas.openxmlformats.org/markup-compatibility/2006" xmlns:p14="http://schemas.microsoft.com/office/powerpoint/2010/main">
    <mc:Choice Requires="p14">
      <p:transition p14:dur="10" advClick="0" advTm="8000"/>
    </mc:Choice>
    <mc:Fallback xmlns="">
      <p:transition advClick="0" advTm="8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Final Slide">
    <p:spTree>
      <p:nvGrpSpPr>
        <p:cNvPr id="1" name=""/>
        <p:cNvGrpSpPr/>
        <p:nvPr/>
      </p:nvGrpSpPr>
      <p:grpSpPr>
        <a:xfrm>
          <a:off x="0" y="0"/>
          <a:ext cx="0" cy="0"/>
          <a:chOff x="0" y="0"/>
          <a:chExt cx="0" cy="0"/>
        </a:xfrm>
      </p:grpSpPr>
      <p:pic>
        <p:nvPicPr>
          <p:cNvPr id="9" name="Picture 3" descr="C:\Users\z00205060\Desktop\CP项目\规范类文件\新建文件夹\巴展视觉物料规范-14.jpg"/>
          <p:cNvPicPr>
            <a:picLocks noChangeAspect="1" noChangeArrowheads="1"/>
          </p:cNvPicPr>
          <p:nvPr userDrawn="1"/>
        </p:nvPicPr>
        <p:blipFill>
          <a:blip r:embed="rId2" cstate="screen"/>
          <a:srcRect/>
          <a:stretch>
            <a:fillRect/>
          </a:stretch>
        </p:blipFill>
        <p:spPr bwMode="auto">
          <a:xfrm>
            <a:off x="2" y="0"/>
            <a:ext cx="12195175" cy="6858735"/>
          </a:xfrm>
          <a:prstGeom prst="rect">
            <a:avLst/>
          </a:prstGeom>
          <a:noFill/>
        </p:spPr>
      </p:pic>
      <p:sp>
        <p:nvSpPr>
          <p:cNvPr id="4" name="TextBox 3"/>
          <p:cNvSpPr txBox="1"/>
          <p:nvPr userDrawn="1"/>
        </p:nvSpPr>
        <p:spPr>
          <a:xfrm>
            <a:off x="639055" y="5566942"/>
            <a:ext cx="11020147" cy="861774"/>
          </a:xfrm>
          <a:prstGeom prst="rect">
            <a:avLst/>
          </a:prstGeom>
          <a:noFill/>
        </p:spPr>
        <p:txBody>
          <a:bodyPr wrap="square" rtlCol="0">
            <a:spAutoFit/>
          </a:bodyPr>
          <a:lstStyle/>
          <a:p>
            <a:pPr algn="just" defTabSz="1218195">
              <a:defRPr/>
            </a:pPr>
            <a:r>
              <a:rPr lang="en-US" altLang="zh-CN" sz="1000" b="1" dirty="0">
                <a:solidFill>
                  <a:srgbClr val="FFFFFF">
                    <a:lumMod val="65000"/>
                  </a:srgbClr>
                </a:solidFill>
                <a:latin typeface="Arial" panose="020B0604020202020204" pitchFamily="34" charset="0"/>
                <a:ea typeface="宋体" charset="-122"/>
                <a:cs typeface="Arial" panose="020B0604020202020204" pitchFamily="34" charset="0"/>
              </a:rPr>
              <a:t>Copyright © 2022 </a:t>
            </a:r>
            <a:r>
              <a:rPr lang="en-US" sz="1000" b="1" dirty="0">
                <a:solidFill>
                  <a:srgbClr val="FFFFFF">
                    <a:lumMod val="65000"/>
                  </a:srgbClr>
                </a:solidFill>
                <a:latin typeface="Arial" panose="020B0604020202020204" pitchFamily="34" charset="0"/>
                <a:ea typeface="宋体" charset="-122"/>
                <a:cs typeface="Arial" panose="020B0604020202020204" pitchFamily="34" charset="0"/>
              </a:rPr>
              <a:t>Huawei Technologies Co., Ltd. </a:t>
            </a:r>
            <a:r>
              <a:rPr lang="en-US" altLang="zh-CN" sz="1000" b="1" dirty="0">
                <a:solidFill>
                  <a:srgbClr val="FFFFFF">
                    <a:lumMod val="65000"/>
                  </a:srgbClr>
                </a:solidFill>
                <a:latin typeface="Arial" panose="020B0604020202020204" pitchFamily="34" charset="0"/>
                <a:ea typeface="宋体" charset="-122"/>
                <a:cs typeface="Arial" panose="020B0604020202020204" pitchFamily="34" charset="0"/>
              </a:rPr>
              <a:t>All Rights Reserved.</a:t>
            </a:r>
            <a:endParaRPr lang="zh-CN" altLang="zh-CN" sz="1000" dirty="0">
              <a:solidFill>
                <a:srgbClr val="FFFFFF">
                  <a:lumMod val="65000"/>
                </a:srgbClr>
              </a:solidFill>
              <a:latin typeface="Arial" panose="020B0604020202020204" pitchFamily="34" charset="0"/>
              <a:ea typeface="宋体" charset="-122"/>
              <a:cs typeface="Arial" panose="020B0604020202020204" pitchFamily="34" charset="0"/>
            </a:endParaRPr>
          </a:p>
          <a:p>
            <a:pPr algn="just" defTabSz="1218195">
              <a:defRPr/>
            </a:pPr>
            <a:endParaRPr lang="en-US" altLang="zh-CN" sz="1000" dirty="0">
              <a:solidFill>
                <a:srgbClr val="FFFFFF">
                  <a:lumMod val="65000"/>
                </a:srgbClr>
              </a:solidFill>
              <a:latin typeface="Arial" panose="020B0604020202020204" pitchFamily="34" charset="0"/>
              <a:ea typeface="宋体" charset="-122"/>
              <a:cs typeface="Arial" panose="020B0604020202020204" pitchFamily="34" charset="0"/>
            </a:endParaRPr>
          </a:p>
          <a:p>
            <a:pPr algn="just" defTabSz="1218195">
              <a:defRPr/>
            </a:pPr>
            <a:r>
              <a:rPr lang="en-US" altLang="zh-CN" sz="1000" dirty="0">
                <a:solidFill>
                  <a:srgbClr val="FFFFFF">
                    <a:lumMod val="65000"/>
                  </a:srgbClr>
                </a:solidFill>
                <a:latin typeface="Arial" panose="020B0604020202020204" pitchFamily="34" charset="0"/>
                <a:ea typeface="宋体"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000" dirty="0">
              <a:solidFill>
                <a:srgbClr val="FFFFFF">
                  <a:lumMod val="65000"/>
                </a:srgbClr>
              </a:solidFill>
              <a:latin typeface="Arial" panose="020B0604020202020204" pitchFamily="34" charset="0"/>
              <a:ea typeface="宋体" charset="-122"/>
              <a:cs typeface="Arial" panose="020B0604020202020204" pitchFamily="34" charset="0"/>
            </a:endParaRPr>
          </a:p>
        </p:txBody>
      </p:sp>
      <p:sp>
        <p:nvSpPr>
          <p:cNvPr id="7" name="TextBox 6"/>
          <p:cNvSpPr txBox="1"/>
          <p:nvPr userDrawn="1"/>
        </p:nvSpPr>
        <p:spPr>
          <a:xfrm>
            <a:off x="3747609" y="3930215"/>
            <a:ext cx="4803046" cy="369332"/>
          </a:xfrm>
          <a:prstGeom prst="rect">
            <a:avLst/>
          </a:prstGeom>
          <a:noFill/>
        </p:spPr>
        <p:txBody>
          <a:bodyPr wrap="none" lIns="0" tIns="0" rIns="0" bIns="0" rtlCol="0">
            <a:spAutoFit/>
          </a:bodyPr>
          <a:lstStyle/>
          <a:p>
            <a:pPr algn="ctr" fontAlgn="base">
              <a:spcBef>
                <a:spcPct val="0"/>
              </a:spcBef>
              <a:spcAft>
                <a:spcPct val="0"/>
              </a:spcAft>
            </a:pPr>
            <a:r>
              <a:rPr lang="en-US" sz="2398" b="1" dirty="0">
                <a:solidFill>
                  <a:srgbClr val="6A6A6A"/>
                </a:solidFill>
                <a:latin typeface="Calibri" pitchFamily="34" charset="0"/>
                <a:ea typeface="宋体" pitchFamily="2" charset="-122"/>
              </a:rPr>
              <a:t>IRELAND</a:t>
            </a:r>
            <a:r>
              <a:rPr lang="en-US" sz="2398" b="1" dirty="0">
                <a:solidFill>
                  <a:srgbClr val="000000"/>
                </a:solidFill>
                <a:latin typeface="Calibri" pitchFamily="34" charset="0"/>
                <a:ea typeface="宋体" pitchFamily="2" charset="-122"/>
              </a:rPr>
              <a:t> </a:t>
            </a:r>
            <a:r>
              <a:rPr lang="en-US" sz="2398" b="1" dirty="0">
                <a:solidFill>
                  <a:srgbClr val="9B0000"/>
                </a:solidFill>
                <a:latin typeface="Calibri" pitchFamily="34" charset="0"/>
                <a:ea typeface="宋体" pitchFamily="2" charset="-122"/>
              </a:rPr>
              <a:t>RESEARCH</a:t>
            </a:r>
            <a:r>
              <a:rPr lang="en-US" sz="2398" b="1" dirty="0">
                <a:solidFill>
                  <a:srgbClr val="000000"/>
                </a:solidFill>
                <a:latin typeface="Calibri" pitchFamily="34" charset="0"/>
                <a:ea typeface="宋体" pitchFamily="2" charset="-122"/>
              </a:rPr>
              <a:t> </a:t>
            </a:r>
            <a:r>
              <a:rPr lang="en-US" sz="2398" b="1" dirty="0">
                <a:solidFill>
                  <a:srgbClr val="6A6A6A"/>
                </a:solidFill>
                <a:latin typeface="Calibri" pitchFamily="34" charset="0"/>
                <a:ea typeface="宋体" pitchFamily="2" charset="-122"/>
              </a:rPr>
              <a:t>CENTER, </a:t>
            </a:r>
            <a:r>
              <a:rPr lang="en-US" sz="2398" b="1" dirty="0">
                <a:solidFill>
                  <a:srgbClr val="9B0000"/>
                </a:solidFill>
                <a:latin typeface="Calibri" pitchFamily="34" charset="0"/>
                <a:ea typeface="宋体" pitchFamily="2" charset="-122"/>
              </a:rPr>
              <a:t>ICT Lab</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2022052915"/>
      </p:ext>
    </p:extLst>
  </p:cSld>
  <p:clrMapOvr>
    <a:masterClrMapping/>
  </p:clrMapOvr>
  <mc:AlternateContent xmlns:mc="http://schemas.openxmlformats.org/markup-compatibility/2006" xmlns:p14="http://schemas.microsoft.com/office/powerpoint/2010/main">
    <mc:Choice Requires="p14">
      <p:transition p14:dur="10" advClick="0" advTm="8000"/>
    </mc:Choice>
    <mc:Fallback xmlns="">
      <p:transition advClick="0" advTm="8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E:\01 日常工作\10 多媒体\PPT内部汇报用模板\PPT封面03副本.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p:spPr>
      </p:pic>
      <p:sp>
        <p:nvSpPr>
          <p:cNvPr id="6" name="Rectangle 8"/>
          <p:cNvSpPr>
            <a:spLocks noGrp="1" noChangeArrowheads="1"/>
          </p:cNvSpPr>
          <p:nvPr>
            <p:ph type="title" hasCustomPrompt="1"/>
          </p:nvPr>
        </p:nvSpPr>
        <p:spPr bwMode="auto">
          <a:xfrm>
            <a:off x="877326" y="2117256"/>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798">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70" y="1176278"/>
            <a:ext cx="3679469" cy="307777"/>
          </a:xfrm>
          <a:prstGeom prst="rect">
            <a:avLst/>
          </a:prstGeom>
          <a:noFill/>
        </p:spPr>
        <p:txBody>
          <a:bodyPr wrap="none" lIns="0" rIns="0" rtlCol="0">
            <a:spAutoFit/>
          </a:bodyPr>
          <a:lstStyle/>
          <a:p>
            <a:pPr algn="l"/>
            <a:r>
              <a:rPr lang="en-US" sz="1399" b="1" dirty="0"/>
              <a:t>HUAWEI   </a:t>
            </a:r>
            <a:r>
              <a:rPr lang="en-US" sz="1399" b="1" dirty="0">
                <a:solidFill>
                  <a:srgbClr val="6A6A6A"/>
                </a:solidFill>
              </a:rPr>
              <a:t>|</a:t>
            </a:r>
            <a:r>
              <a:rPr lang="en-US" sz="1399" b="1" dirty="0"/>
              <a:t>   </a:t>
            </a:r>
            <a:r>
              <a:rPr lang="en-US" sz="1399" b="1" dirty="0">
                <a:solidFill>
                  <a:srgbClr val="6A6A6A"/>
                </a:solidFill>
              </a:rPr>
              <a:t>IRELAND</a:t>
            </a:r>
            <a:r>
              <a:rPr lang="en-US" sz="1399" b="1" dirty="0"/>
              <a:t> </a:t>
            </a:r>
            <a:r>
              <a:rPr lang="en-US" sz="1399" b="1" dirty="0">
                <a:solidFill>
                  <a:schemeClr val="accent2"/>
                </a:solidFill>
              </a:rPr>
              <a:t>RESEARCH</a:t>
            </a:r>
            <a:r>
              <a:rPr lang="en-US" sz="1399" b="1" dirty="0"/>
              <a:t> </a:t>
            </a:r>
            <a:r>
              <a:rPr lang="en-US" sz="1399" b="1" dirty="0">
                <a:solidFill>
                  <a:srgbClr val="6A6A6A"/>
                </a:solidFill>
              </a:rPr>
              <a:t>CENTER, </a:t>
            </a:r>
            <a:r>
              <a:rPr lang="en-US" sz="1399" b="1" dirty="0">
                <a:solidFill>
                  <a:schemeClr val="accent2"/>
                </a:solidFill>
              </a:rPr>
              <a:t>SNI Lab</a:t>
            </a:r>
          </a:p>
        </p:txBody>
      </p:sp>
      <p:sp>
        <p:nvSpPr>
          <p:cNvPr id="11" name="TextBox 10"/>
          <p:cNvSpPr txBox="1"/>
          <p:nvPr userDrawn="1"/>
        </p:nvSpPr>
        <p:spPr>
          <a:xfrm>
            <a:off x="873570" y="6248500"/>
            <a:ext cx="1771319" cy="153888"/>
          </a:xfrm>
          <a:prstGeom prst="rect">
            <a:avLst/>
          </a:prstGeom>
          <a:noFill/>
        </p:spPr>
        <p:txBody>
          <a:bodyPr wrap="none" lIns="0" tIns="0" rIns="0" bIns="0" rtlCol="0">
            <a:spAutoFit/>
          </a:bodyPr>
          <a:lstStyle/>
          <a:p>
            <a:pPr marL="0" marR="0" lvl="0" indent="0" algn="l" defTabSz="914034" rtl="0" eaLnBrk="1" fontAlgn="base" latinLnBrk="0" hangingPunct="1">
              <a:lnSpc>
                <a:spcPct val="100000"/>
              </a:lnSpc>
              <a:spcBef>
                <a:spcPct val="0"/>
              </a:spcBef>
              <a:spcAft>
                <a:spcPct val="0"/>
              </a:spcAft>
              <a:buClrTx/>
              <a:buSzTx/>
              <a:buFontTx/>
              <a:buNone/>
              <a:tabLst/>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
        <p:nvSpPr>
          <p:cNvPr id="20" name="Text Placeholder 19"/>
          <p:cNvSpPr>
            <a:spLocks noGrp="1"/>
          </p:cNvSpPr>
          <p:nvPr>
            <p:ph type="body" sz="quarter" idx="10" hasCustomPrompt="1"/>
          </p:nvPr>
        </p:nvSpPr>
        <p:spPr>
          <a:xfrm>
            <a:off x="873571" y="3927819"/>
            <a:ext cx="6750049" cy="533400"/>
          </a:xfrm>
          <a:prstGeom prst="rect">
            <a:avLst/>
          </a:prstGeom>
        </p:spPr>
        <p:txBody>
          <a:bodyPr lIns="0" rIns="0"/>
          <a:lstStyle>
            <a:lvl1pPr marL="0" indent="0">
              <a:buNone/>
              <a:defRPr sz="1799"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70" y="2890980"/>
            <a:ext cx="10626453" cy="639233"/>
          </a:xfrm>
          <a:prstGeom prst="rect">
            <a:avLst/>
          </a:prstGeom>
        </p:spPr>
        <p:txBody>
          <a:bodyPr lIns="0" tIns="0" rIns="0" bIns="0" anchor="ctr"/>
          <a:lstStyle>
            <a:lvl1pPr marL="0" indent="0">
              <a:buNone/>
              <a:defRPr sz="2399" b="0">
                <a:solidFill>
                  <a:schemeClr val="bg1"/>
                </a:solidFill>
                <a:latin typeface="Arial" panose="020B0604020202020204" pitchFamily="34" charset="0"/>
                <a:cs typeface="Arial" panose="020B0604020202020204" pitchFamily="34" charset="0"/>
              </a:defRPr>
            </a:lvl1pPr>
            <a:lvl2pPr marL="609341" indent="0">
              <a:buNone/>
              <a:defRPr sz="3199">
                <a:solidFill>
                  <a:schemeClr val="bg1"/>
                </a:solidFill>
              </a:defRPr>
            </a:lvl2pPr>
            <a:lvl3pPr marL="1218682" indent="0">
              <a:buNone/>
              <a:defRPr sz="3199">
                <a:solidFill>
                  <a:schemeClr val="bg1"/>
                </a:solidFill>
              </a:defRPr>
            </a:lvl3pPr>
            <a:lvl4pPr marL="1828022" indent="0">
              <a:buNone/>
              <a:defRPr sz="3199">
                <a:solidFill>
                  <a:schemeClr val="bg1"/>
                </a:solidFill>
              </a:defRPr>
            </a:lvl4pPr>
            <a:lvl5pPr marL="2437364" indent="0">
              <a:buNone/>
              <a:defRPr sz="3199">
                <a:solidFill>
                  <a:schemeClr val="bg1"/>
                </a:solidFill>
              </a:defRPr>
            </a:lvl5pPr>
          </a:lstStyle>
          <a:p>
            <a:pPr lvl="0"/>
            <a:r>
              <a:rPr lang="en-US" dirty="0"/>
              <a:t>Click to edit subtitle</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Tree>
    <p:extLst>
      <p:ext uri="{BB962C8B-B14F-4D97-AF65-F5344CB8AC3E}">
        <p14:creationId xmlns:p14="http://schemas.microsoft.com/office/powerpoint/2010/main" val="41238291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Blank) 1">
    <p:spTree>
      <p:nvGrpSpPr>
        <p:cNvPr id="1" name=""/>
        <p:cNvGrpSpPr/>
        <p:nvPr/>
      </p:nvGrpSpPr>
      <p:grpSpPr>
        <a:xfrm>
          <a:off x="0" y="0"/>
          <a:ext cx="0" cy="0"/>
          <a:chOff x="0" y="0"/>
          <a:chExt cx="0" cy="0"/>
        </a:xfrm>
      </p:grpSpPr>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799" b="0" i="0" u="none" strike="noStrike" cap="none" normalizeH="0" baseline="0" dirty="0">
              <a:ln>
                <a:noFill/>
              </a:ln>
              <a:solidFill>
                <a:schemeClr val="bg1"/>
              </a:solidFill>
              <a:effectLst/>
              <a:latin typeface="Arial" charset="0"/>
              <a:ea typeface="宋体" charset="-122"/>
            </a:endParaRPr>
          </a:p>
        </p:txBody>
      </p:sp>
      <p:sp>
        <p:nvSpPr>
          <p:cNvPr id="6" name="Rectangle 8"/>
          <p:cNvSpPr>
            <a:spLocks noGrp="1" noChangeArrowheads="1"/>
          </p:cNvSpPr>
          <p:nvPr>
            <p:ph type="title" hasCustomPrompt="1"/>
          </p:nvPr>
        </p:nvSpPr>
        <p:spPr bwMode="auto">
          <a:xfrm>
            <a:off x="877326" y="2117256"/>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798">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70" y="1176278"/>
            <a:ext cx="3679469" cy="307777"/>
          </a:xfrm>
          <a:prstGeom prst="rect">
            <a:avLst/>
          </a:prstGeom>
          <a:noFill/>
        </p:spPr>
        <p:txBody>
          <a:bodyPr wrap="none" lIns="0" rIns="0" rtlCol="0">
            <a:spAutoFit/>
          </a:bodyPr>
          <a:lstStyle/>
          <a:p>
            <a:pPr algn="l"/>
            <a:r>
              <a:rPr lang="en-US" sz="1399" b="1" dirty="0"/>
              <a:t>HUAWEI   </a:t>
            </a:r>
            <a:r>
              <a:rPr lang="en-US" sz="1399" b="1" dirty="0">
                <a:solidFill>
                  <a:srgbClr val="6A6A6A"/>
                </a:solidFill>
              </a:rPr>
              <a:t>|</a:t>
            </a:r>
            <a:r>
              <a:rPr lang="en-US" sz="1399" b="1" dirty="0"/>
              <a:t>   </a:t>
            </a:r>
            <a:r>
              <a:rPr lang="en-US" sz="1399" b="1" dirty="0">
                <a:solidFill>
                  <a:srgbClr val="6A6A6A"/>
                </a:solidFill>
              </a:rPr>
              <a:t>IRELAND</a:t>
            </a:r>
            <a:r>
              <a:rPr lang="en-US" sz="1399" b="1" dirty="0"/>
              <a:t> </a:t>
            </a:r>
            <a:r>
              <a:rPr lang="en-US" sz="1399" b="1" dirty="0">
                <a:solidFill>
                  <a:schemeClr val="accent2"/>
                </a:solidFill>
              </a:rPr>
              <a:t>RESEARCH</a:t>
            </a:r>
            <a:r>
              <a:rPr lang="en-US" sz="1399" b="1" dirty="0"/>
              <a:t> </a:t>
            </a:r>
            <a:r>
              <a:rPr lang="en-US" sz="1399" b="1" dirty="0">
                <a:solidFill>
                  <a:srgbClr val="6A6A6A"/>
                </a:solidFill>
              </a:rPr>
              <a:t>CENTER, </a:t>
            </a:r>
            <a:r>
              <a:rPr lang="en-US" sz="1399" b="1" dirty="0">
                <a:solidFill>
                  <a:schemeClr val="accent2"/>
                </a:solidFill>
              </a:rPr>
              <a:t>SNI Lab</a:t>
            </a:r>
          </a:p>
        </p:txBody>
      </p:sp>
      <p:sp>
        <p:nvSpPr>
          <p:cNvPr id="20" name="Text Placeholder 19"/>
          <p:cNvSpPr>
            <a:spLocks noGrp="1"/>
          </p:cNvSpPr>
          <p:nvPr>
            <p:ph type="body" sz="quarter" idx="10" hasCustomPrompt="1"/>
          </p:nvPr>
        </p:nvSpPr>
        <p:spPr>
          <a:xfrm>
            <a:off x="873571" y="3927819"/>
            <a:ext cx="6750049" cy="533400"/>
          </a:xfrm>
          <a:prstGeom prst="rect">
            <a:avLst/>
          </a:prstGeom>
        </p:spPr>
        <p:txBody>
          <a:bodyPr lIns="0" rIns="0"/>
          <a:lstStyle>
            <a:lvl1pPr marL="0" indent="0">
              <a:buNone/>
              <a:defRPr sz="1799"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70" y="2890980"/>
            <a:ext cx="10626453" cy="639233"/>
          </a:xfrm>
          <a:prstGeom prst="rect">
            <a:avLst/>
          </a:prstGeom>
        </p:spPr>
        <p:txBody>
          <a:bodyPr lIns="0" tIns="0" rIns="0" bIns="0" anchor="ctr"/>
          <a:lstStyle>
            <a:lvl1pPr marL="0" indent="0">
              <a:buNone/>
              <a:defRPr sz="2399" b="0">
                <a:solidFill>
                  <a:schemeClr val="bg1"/>
                </a:solidFill>
                <a:latin typeface="Arial" panose="020B0604020202020204" pitchFamily="34" charset="0"/>
                <a:cs typeface="Arial" panose="020B0604020202020204" pitchFamily="34" charset="0"/>
              </a:defRPr>
            </a:lvl1pPr>
            <a:lvl2pPr marL="609341" indent="0">
              <a:buNone/>
              <a:defRPr sz="3199">
                <a:solidFill>
                  <a:schemeClr val="bg1"/>
                </a:solidFill>
              </a:defRPr>
            </a:lvl2pPr>
            <a:lvl3pPr marL="1218682" indent="0">
              <a:buNone/>
              <a:defRPr sz="3199">
                <a:solidFill>
                  <a:schemeClr val="bg1"/>
                </a:solidFill>
              </a:defRPr>
            </a:lvl3pPr>
            <a:lvl4pPr marL="1828022" indent="0">
              <a:buNone/>
              <a:defRPr sz="3199">
                <a:solidFill>
                  <a:schemeClr val="bg1"/>
                </a:solidFill>
              </a:defRPr>
            </a:lvl4pPr>
            <a:lvl5pPr marL="2437364" indent="0">
              <a:buNone/>
              <a:defRPr sz="3199">
                <a:solidFill>
                  <a:schemeClr val="bg1"/>
                </a:solidFill>
              </a:defRPr>
            </a:lvl5pPr>
          </a:lstStyle>
          <a:p>
            <a:pPr lvl="0"/>
            <a:r>
              <a:rPr lang="en-US" dirty="0"/>
              <a:t>Click to edit subtitle</a:t>
            </a:r>
          </a:p>
        </p:txBody>
      </p:sp>
      <p:sp>
        <p:nvSpPr>
          <p:cNvPr id="13" name="Rectangle 12"/>
          <p:cNvSpPr/>
          <p:nvPr userDrawn="1"/>
        </p:nvSpPr>
        <p:spPr bwMode="auto">
          <a:xfrm>
            <a:off x="0" y="5368"/>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799" b="0" i="0" u="none" strike="noStrike" cap="none" normalizeH="0" baseline="0" dirty="0">
              <a:ln>
                <a:noFill/>
              </a:ln>
              <a:solidFill>
                <a:schemeClr val="bg1"/>
              </a:solidFill>
              <a:effectLst/>
              <a:latin typeface="Arial" charset="0"/>
              <a:ea typeface="宋体" charset="-122"/>
            </a:endParaRP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
        <p:nvSpPr>
          <p:cNvPr id="10" name="TextBox 9"/>
          <p:cNvSpPr txBox="1"/>
          <p:nvPr userDrawn="1"/>
        </p:nvSpPr>
        <p:spPr>
          <a:xfrm>
            <a:off x="873570" y="6248500"/>
            <a:ext cx="1771319" cy="153888"/>
          </a:xfrm>
          <a:prstGeom prst="rect">
            <a:avLst/>
          </a:prstGeom>
          <a:noFill/>
        </p:spPr>
        <p:txBody>
          <a:bodyPr wrap="none" lIns="0" tIns="0" rIns="0" bIns="0" rtlCol="0">
            <a:spAutoFit/>
          </a:bodyPr>
          <a:lstStyle/>
          <a:p>
            <a:pPr marL="0" marR="0" lvl="0" indent="0" algn="l" defTabSz="914034" rtl="0" eaLnBrk="1" fontAlgn="base" latinLnBrk="0" hangingPunct="1">
              <a:lnSpc>
                <a:spcPct val="100000"/>
              </a:lnSpc>
              <a:spcBef>
                <a:spcPct val="0"/>
              </a:spcBef>
              <a:spcAft>
                <a:spcPct val="0"/>
              </a:spcAft>
              <a:buClrTx/>
              <a:buSzTx/>
              <a:buFontTx/>
              <a:buNone/>
              <a:tabLst/>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Tree>
    <p:extLst>
      <p:ext uri="{BB962C8B-B14F-4D97-AF65-F5344CB8AC3E}">
        <p14:creationId xmlns:p14="http://schemas.microsoft.com/office/powerpoint/2010/main" val="21060687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Blank) 2">
    <p:spTree>
      <p:nvGrpSpPr>
        <p:cNvPr id="1" name=""/>
        <p:cNvGrpSpPr/>
        <p:nvPr/>
      </p:nvGrpSpPr>
      <p:grpSpPr>
        <a:xfrm>
          <a:off x="0" y="0"/>
          <a:ext cx="0" cy="0"/>
          <a:chOff x="0" y="0"/>
          <a:chExt cx="0" cy="0"/>
        </a:xfrm>
      </p:grpSpPr>
      <p:sp>
        <p:nvSpPr>
          <p:cNvPr id="13" name="Rectangle 12"/>
          <p:cNvSpPr/>
          <p:nvPr userDrawn="1"/>
        </p:nvSpPr>
        <p:spPr bwMode="auto">
          <a:xfrm>
            <a:off x="0" y="5368"/>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799" b="0" i="0" u="none" strike="noStrike" cap="none" normalizeH="0" baseline="0" dirty="0">
              <a:ln>
                <a:noFill/>
              </a:ln>
              <a:solidFill>
                <a:schemeClr val="bg1"/>
              </a:solidFill>
              <a:effectLst/>
              <a:latin typeface="Arial" charset="0"/>
              <a:ea typeface="宋体" charset="-122"/>
            </a:endParaRPr>
          </a:p>
        </p:txBody>
      </p:sp>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799" b="0" i="0" u="none" strike="noStrike" cap="none" normalizeH="0" baseline="0" dirty="0">
              <a:ln>
                <a:noFill/>
              </a:ln>
              <a:solidFill>
                <a:schemeClr val="bg1"/>
              </a:solidFill>
              <a:effectLst/>
              <a:latin typeface="Arial" charset="0"/>
              <a:ea typeface="宋体" charset="-122"/>
            </a:endParaRPr>
          </a:p>
        </p:txBody>
      </p:sp>
      <p:sp>
        <p:nvSpPr>
          <p:cNvPr id="6" name="Rectangle 8"/>
          <p:cNvSpPr>
            <a:spLocks noGrp="1" noChangeArrowheads="1"/>
          </p:cNvSpPr>
          <p:nvPr>
            <p:ph type="title" hasCustomPrompt="1"/>
          </p:nvPr>
        </p:nvSpPr>
        <p:spPr bwMode="auto">
          <a:xfrm>
            <a:off x="877326" y="2117256"/>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798">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70" y="1176278"/>
            <a:ext cx="3679469" cy="307777"/>
          </a:xfrm>
          <a:prstGeom prst="rect">
            <a:avLst/>
          </a:prstGeom>
          <a:noFill/>
        </p:spPr>
        <p:txBody>
          <a:bodyPr wrap="none" lIns="0" rIns="0" rtlCol="0">
            <a:spAutoFit/>
          </a:bodyPr>
          <a:lstStyle/>
          <a:p>
            <a:pPr algn="l"/>
            <a:r>
              <a:rPr lang="en-US" sz="1399" b="1" dirty="0"/>
              <a:t>HUAWEI   </a:t>
            </a:r>
            <a:r>
              <a:rPr lang="en-US" sz="1399" b="1" dirty="0">
                <a:solidFill>
                  <a:srgbClr val="6A6A6A"/>
                </a:solidFill>
              </a:rPr>
              <a:t>|</a:t>
            </a:r>
            <a:r>
              <a:rPr lang="en-US" sz="1399" b="1" dirty="0"/>
              <a:t>   </a:t>
            </a:r>
            <a:r>
              <a:rPr lang="en-US" sz="1399" b="1" dirty="0">
                <a:solidFill>
                  <a:srgbClr val="6A6A6A"/>
                </a:solidFill>
              </a:rPr>
              <a:t>IRELAND</a:t>
            </a:r>
            <a:r>
              <a:rPr lang="en-US" sz="1399" b="1" dirty="0"/>
              <a:t> </a:t>
            </a:r>
            <a:r>
              <a:rPr lang="en-US" sz="1399" b="1" dirty="0">
                <a:solidFill>
                  <a:schemeClr val="accent2"/>
                </a:solidFill>
              </a:rPr>
              <a:t>RESEARCH</a:t>
            </a:r>
            <a:r>
              <a:rPr lang="en-US" sz="1399" b="1" dirty="0"/>
              <a:t> </a:t>
            </a:r>
            <a:r>
              <a:rPr lang="en-US" sz="1399" b="1" dirty="0">
                <a:solidFill>
                  <a:srgbClr val="6A6A6A"/>
                </a:solidFill>
              </a:rPr>
              <a:t>CENTER, </a:t>
            </a:r>
            <a:r>
              <a:rPr lang="en-US" sz="1399" b="1" dirty="0">
                <a:solidFill>
                  <a:schemeClr val="accent2"/>
                </a:solidFill>
              </a:rPr>
              <a:t>SNI Lab</a:t>
            </a:r>
          </a:p>
        </p:txBody>
      </p:sp>
      <p:sp>
        <p:nvSpPr>
          <p:cNvPr id="20" name="Text Placeholder 19"/>
          <p:cNvSpPr>
            <a:spLocks noGrp="1"/>
          </p:cNvSpPr>
          <p:nvPr>
            <p:ph type="body" sz="quarter" idx="10" hasCustomPrompt="1"/>
          </p:nvPr>
        </p:nvSpPr>
        <p:spPr>
          <a:xfrm>
            <a:off x="873571" y="3927819"/>
            <a:ext cx="6750049" cy="533400"/>
          </a:xfrm>
          <a:prstGeom prst="rect">
            <a:avLst/>
          </a:prstGeom>
        </p:spPr>
        <p:txBody>
          <a:bodyPr lIns="0" rIns="0"/>
          <a:lstStyle>
            <a:lvl1pPr marL="0" indent="0">
              <a:buNone/>
              <a:defRPr sz="1799"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70" y="2890980"/>
            <a:ext cx="10626453" cy="639233"/>
          </a:xfrm>
          <a:prstGeom prst="rect">
            <a:avLst/>
          </a:prstGeom>
        </p:spPr>
        <p:txBody>
          <a:bodyPr lIns="0" tIns="0" rIns="0" bIns="0" anchor="ctr"/>
          <a:lstStyle>
            <a:lvl1pPr marL="0" indent="0">
              <a:buNone/>
              <a:defRPr sz="2399" b="0">
                <a:solidFill>
                  <a:schemeClr val="bg1"/>
                </a:solidFill>
                <a:latin typeface="Arial" panose="020B0604020202020204" pitchFamily="34" charset="0"/>
                <a:cs typeface="Arial" panose="020B0604020202020204" pitchFamily="34" charset="0"/>
              </a:defRPr>
            </a:lvl1pPr>
            <a:lvl2pPr marL="609341" indent="0">
              <a:buNone/>
              <a:defRPr sz="3199">
                <a:solidFill>
                  <a:schemeClr val="bg1"/>
                </a:solidFill>
              </a:defRPr>
            </a:lvl2pPr>
            <a:lvl3pPr marL="1218682" indent="0">
              <a:buNone/>
              <a:defRPr sz="3199">
                <a:solidFill>
                  <a:schemeClr val="bg1"/>
                </a:solidFill>
              </a:defRPr>
            </a:lvl3pPr>
            <a:lvl4pPr marL="1828022" indent="0">
              <a:buNone/>
              <a:defRPr sz="3199">
                <a:solidFill>
                  <a:schemeClr val="bg1"/>
                </a:solidFill>
              </a:defRPr>
            </a:lvl4pPr>
            <a:lvl5pPr marL="2437364" indent="0">
              <a:buNone/>
              <a:defRPr sz="3199">
                <a:solidFill>
                  <a:schemeClr val="bg1"/>
                </a:solidFill>
              </a:defRPr>
            </a:lvl5pPr>
          </a:lstStyle>
          <a:p>
            <a:pPr lvl="0"/>
            <a:r>
              <a:rPr lang="en-US" dirty="0"/>
              <a:t>Click to edit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9580"/>
            <a:ext cx="1378226" cy="1378226"/>
          </a:xfrm>
          <a:prstGeom prst="rect">
            <a:avLst/>
          </a:prstGeom>
        </p:spPr>
      </p:pic>
      <p:sp>
        <p:nvSpPr>
          <p:cNvPr id="12" name="TextBox 11"/>
          <p:cNvSpPr txBox="1"/>
          <p:nvPr userDrawn="1"/>
        </p:nvSpPr>
        <p:spPr>
          <a:xfrm>
            <a:off x="873570" y="6248500"/>
            <a:ext cx="1771319" cy="153888"/>
          </a:xfrm>
          <a:prstGeom prst="rect">
            <a:avLst/>
          </a:prstGeom>
          <a:noFill/>
        </p:spPr>
        <p:txBody>
          <a:bodyPr wrap="none" lIns="0" tIns="0" rIns="0" bIns="0" rtlCol="0">
            <a:spAutoFit/>
          </a:bodyPr>
          <a:lstStyle/>
          <a:p>
            <a:pPr marL="0" marR="0" lvl="0" indent="0" algn="l" defTabSz="914034" rtl="0" eaLnBrk="1" fontAlgn="base" latinLnBrk="0" hangingPunct="1">
              <a:lnSpc>
                <a:spcPct val="100000"/>
              </a:lnSpc>
              <a:spcBef>
                <a:spcPct val="0"/>
              </a:spcBef>
              <a:spcAft>
                <a:spcPct val="0"/>
              </a:spcAft>
              <a:buClrTx/>
              <a:buSzTx/>
              <a:buFontTx/>
              <a:buNone/>
              <a:tabLst/>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Tree>
    <p:extLst>
      <p:ext uri="{BB962C8B-B14F-4D97-AF65-F5344CB8AC3E}">
        <p14:creationId xmlns:p14="http://schemas.microsoft.com/office/powerpoint/2010/main" val="682898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7535" y="449286"/>
            <a:ext cx="10176933" cy="871537"/>
          </a:xfrm>
          <a:prstGeom prst="rect">
            <a:avLst/>
          </a:prstGeom>
        </p:spPr>
        <p:txBody>
          <a:bodyPr/>
          <a:lstStyle>
            <a:lvl1pPr>
              <a:defRPr sz="2399">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
        <p:nvSpPr>
          <p:cNvPr id="4" name="Content Placeholder 3"/>
          <p:cNvSpPr>
            <a:spLocks noGrp="1"/>
          </p:cNvSpPr>
          <p:nvPr>
            <p:ph sz="quarter" idx="10" hasCustomPrompt="1"/>
          </p:nvPr>
        </p:nvSpPr>
        <p:spPr>
          <a:xfrm>
            <a:off x="1018785" y="1628384"/>
            <a:ext cx="5040000" cy="4584744"/>
          </a:xfrm>
          <a:prstGeom prst="rect">
            <a:avLst/>
          </a:prstGeom>
        </p:spPr>
        <p:txBody>
          <a:bodyPr/>
          <a:lstStyle>
            <a:lvl1pPr>
              <a:buClr>
                <a:schemeClr val="tx1"/>
              </a:buClr>
              <a:defRPr sz="1999">
                <a:solidFill>
                  <a:schemeClr val="tx1">
                    <a:lumMod val="95000"/>
                    <a:lumOff val="5000"/>
                  </a:schemeClr>
                </a:solidFill>
                <a:latin typeface="Arial" panose="020B0604020202020204" pitchFamily="34" charset="0"/>
                <a:cs typeface="Arial" panose="020B0604020202020204" pitchFamily="34" charset="0"/>
              </a:defRPr>
            </a:lvl1pPr>
            <a:lvl2pPr marL="990179" indent="-380838">
              <a:buClr>
                <a:schemeClr val="tx1"/>
              </a:buClr>
              <a:buSzPct val="100000"/>
              <a:buFont typeface="Wingdings" charset="2"/>
              <a:buChar char="§"/>
              <a:defRPr sz="1999">
                <a:solidFill>
                  <a:schemeClr val="tx1">
                    <a:lumMod val="95000"/>
                    <a:lumOff val="5000"/>
                  </a:schemeClr>
                </a:solidFill>
                <a:latin typeface="Arial" panose="020B0604020202020204" pitchFamily="34" charset="0"/>
                <a:cs typeface="Arial" panose="020B0604020202020204" pitchFamily="34" charset="0"/>
              </a:defRPr>
            </a:lvl2pPr>
            <a:lvl3pPr marL="1523352" indent="-304670">
              <a:buClr>
                <a:schemeClr val="tx1"/>
              </a:buClr>
              <a:buSzPct val="100000"/>
              <a:buFont typeface="Arial" charset="0"/>
              <a:buChar char="•"/>
              <a:defRPr sz="1999">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599">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599">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quarter" idx="11" hasCustomPrompt="1"/>
          </p:nvPr>
        </p:nvSpPr>
        <p:spPr>
          <a:xfrm>
            <a:off x="6144467" y="1628384"/>
            <a:ext cx="5040000" cy="4584744"/>
          </a:xfrm>
          <a:prstGeom prst="rect">
            <a:avLst/>
          </a:prstGeom>
        </p:spPr>
        <p:txBody>
          <a:bodyPr/>
          <a:lstStyle>
            <a:lvl1pPr>
              <a:buClr>
                <a:schemeClr val="tx1"/>
              </a:buClr>
              <a:defRPr sz="1999">
                <a:solidFill>
                  <a:schemeClr val="tx1">
                    <a:lumMod val="95000"/>
                    <a:lumOff val="5000"/>
                  </a:schemeClr>
                </a:solidFill>
                <a:latin typeface="Arial" panose="020B0604020202020204" pitchFamily="34" charset="0"/>
                <a:cs typeface="Arial" panose="020B0604020202020204" pitchFamily="34" charset="0"/>
              </a:defRPr>
            </a:lvl1pPr>
            <a:lvl2pPr marL="990179" indent="-380838">
              <a:buClr>
                <a:schemeClr val="tx1"/>
              </a:buClr>
              <a:buSzPct val="100000"/>
              <a:buFont typeface="Wingdings" charset="2"/>
              <a:buChar char="§"/>
              <a:defRPr sz="1999">
                <a:solidFill>
                  <a:schemeClr val="tx1">
                    <a:lumMod val="95000"/>
                    <a:lumOff val="5000"/>
                  </a:schemeClr>
                </a:solidFill>
                <a:latin typeface="Arial" panose="020B0604020202020204" pitchFamily="34" charset="0"/>
                <a:cs typeface="Arial" panose="020B0604020202020204" pitchFamily="34" charset="0"/>
              </a:defRPr>
            </a:lvl2pPr>
            <a:lvl3pPr marL="1523352" indent="-304670">
              <a:buClr>
                <a:schemeClr val="tx1"/>
              </a:buClr>
              <a:buSzPct val="100000"/>
              <a:buFont typeface="Arial" charset="0"/>
              <a:buChar char="•"/>
              <a:defRPr sz="1999">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599">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599">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114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07535" y="449286"/>
            <a:ext cx="10176933" cy="871537"/>
          </a:xfrm>
          <a:prstGeom prst="rect">
            <a:avLst/>
          </a:prstGeom>
        </p:spPr>
        <p:txBody>
          <a:bodyPr/>
          <a:lstStyle>
            <a:lvl1pPr>
              <a:defRPr sz="2399" baseline="0">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Tree>
    <p:extLst>
      <p:ext uri="{BB962C8B-B14F-4D97-AF65-F5344CB8AC3E}">
        <p14:creationId xmlns:p14="http://schemas.microsoft.com/office/powerpoint/2010/main" val="18487286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2234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6" name="Rectangle 5"/>
          <p:cNvSpPr/>
          <p:nvPr userDrawn="1"/>
        </p:nvSpPr>
        <p:spPr bwMode="auto">
          <a:xfrm>
            <a:off x="0" y="0"/>
            <a:ext cx="12192000" cy="6858000"/>
          </a:xfrm>
          <a:prstGeom prst="rect">
            <a:avLst/>
          </a:prstGeom>
          <a:solidFill>
            <a:schemeClr val="bg1"/>
          </a:solidFill>
          <a:ln>
            <a:noFill/>
          </a:ln>
          <a:effectLst/>
        </p:spPr>
        <p:txBody>
          <a:bodyPr vert="horz" wrap="square" lIns="121872" tIns="60936" rIns="121872" bIns="60936" numCol="1" rtlCol="0" anchor="t" anchorCtr="0" compatLnSpc="1">
            <a:prstTxWarp prst="textNoShape">
              <a:avLst/>
            </a:prstTxWarp>
          </a:bodyPr>
          <a:lstStyle/>
          <a:p>
            <a:pPr marL="0" marR="0" indent="0" algn="l" defTabSz="1218682"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2399" b="0" i="0" u="none" strike="noStrike" cap="none" normalizeH="0" baseline="0" dirty="0">
              <a:ln>
                <a:noFill/>
              </a:ln>
              <a:solidFill>
                <a:schemeClr val="tx1"/>
              </a:solidFill>
              <a:effectLst/>
              <a:latin typeface="Arial" charset="0"/>
              <a:ea typeface="宋体" charset="-122"/>
            </a:endParaRPr>
          </a:p>
        </p:txBody>
      </p:sp>
      <p:sp>
        <p:nvSpPr>
          <p:cNvPr id="4" name="TextBox 3"/>
          <p:cNvSpPr txBox="1"/>
          <p:nvPr userDrawn="1"/>
        </p:nvSpPr>
        <p:spPr>
          <a:xfrm>
            <a:off x="639055" y="5566942"/>
            <a:ext cx="11020147" cy="861774"/>
          </a:xfrm>
          <a:prstGeom prst="rect">
            <a:avLst/>
          </a:prstGeom>
          <a:noFill/>
        </p:spPr>
        <p:txBody>
          <a:bodyPr wrap="square" rtlCol="0">
            <a:spAutoFit/>
          </a:bodyPr>
          <a:lstStyle/>
          <a:p>
            <a:pPr marL="0" marR="0" lvl="0" indent="0" algn="just" defTabSz="1218682"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Copyright © 2022 </a:t>
            </a:r>
            <a:r>
              <a:rPr kumimoji="0" lang="en-US" sz="1000" b="1" i="0" u="none" strike="noStrike" kern="1200" cap="none" spc="0" normalizeH="0" baseline="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Huawei Technologies Co., Ltd. </a:t>
            </a: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All Rights Reserved.</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8682"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8682"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p:txBody>
      </p:sp>
      <p:sp>
        <p:nvSpPr>
          <p:cNvPr id="7" name="TextBox 6"/>
          <p:cNvSpPr txBox="1"/>
          <p:nvPr userDrawn="1"/>
        </p:nvSpPr>
        <p:spPr>
          <a:xfrm>
            <a:off x="3814070" y="3930215"/>
            <a:ext cx="4670125" cy="369332"/>
          </a:xfrm>
          <a:prstGeom prst="rect">
            <a:avLst/>
          </a:prstGeom>
          <a:noFill/>
        </p:spPr>
        <p:txBody>
          <a:bodyPr wrap="none" lIns="0" tIns="0" rIns="0" bIns="0" rtlCol="0">
            <a:spAutoFit/>
          </a:bodyPr>
          <a:lstStyle/>
          <a:p>
            <a:pPr algn="ctr"/>
            <a:r>
              <a:rPr lang="en-US" sz="2399" b="1" dirty="0">
                <a:solidFill>
                  <a:srgbClr val="6A6A6A"/>
                </a:solidFill>
              </a:rPr>
              <a:t>IRELAND</a:t>
            </a:r>
            <a:r>
              <a:rPr lang="en-US" sz="2399" b="1" dirty="0"/>
              <a:t> </a:t>
            </a:r>
            <a:r>
              <a:rPr lang="en-US" sz="2399" b="1" dirty="0">
                <a:solidFill>
                  <a:schemeClr val="accent2"/>
                </a:solidFill>
              </a:rPr>
              <a:t>RESEARCH</a:t>
            </a:r>
            <a:r>
              <a:rPr lang="en-US" sz="2399" b="1" dirty="0"/>
              <a:t> </a:t>
            </a:r>
            <a:r>
              <a:rPr lang="en-US" sz="2399" b="1" dirty="0">
                <a:solidFill>
                  <a:srgbClr val="6A6A6A"/>
                </a:solidFill>
              </a:rPr>
              <a:t>CENTER, </a:t>
            </a:r>
            <a:r>
              <a:rPr lang="en-US" sz="2399" b="1" dirty="0">
                <a:solidFill>
                  <a:schemeClr val="accent2"/>
                </a:solidFill>
              </a:rPr>
              <a:t>SNI Lab</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42888679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inal Slide">
    <p:spTree>
      <p:nvGrpSpPr>
        <p:cNvPr id="1" name=""/>
        <p:cNvGrpSpPr/>
        <p:nvPr/>
      </p:nvGrpSpPr>
      <p:grpSpPr>
        <a:xfrm>
          <a:off x="0" y="0"/>
          <a:ext cx="0" cy="0"/>
          <a:chOff x="0" y="0"/>
          <a:chExt cx="0" cy="0"/>
        </a:xfrm>
      </p:grpSpPr>
      <p:pic>
        <p:nvPicPr>
          <p:cNvPr id="9" name="Picture 3" descr="C:\Users\z00205060\Desktop\CP项目\规范类文件\新建文件夹\巴展视觉物料规范-14.jpg"/>
          <p:cNvPicPr>
            <a:picLocks noChangeAspect="1" noChangeArrowheads="1"/>
          </p:cNvPicPr>
          <p:nvPr userDrawn="1"/>
        </p:nvPicPr>
        <p:blipFill>
          <a:blip r:embed="rId2" cstate="screen"/>
          <a:srcRect/>
          <a:stretch>
            <a:fillRect/>
          </a:stretch>
        </p:blipFill>
        <p:spPr bwMode="auto">
          <a:xfrm>
            <a:off x="1" y="0"/>
            <a:ext cx="12195175" cy="6858735"/>
          </a:xfrm>
          <a:prstGeom prst="rect">
            <a:avLst/>
          </a:prstGeom>
          <a:noFill/>
        </p:spPr>
      </p:pic>
      <p:sp>
        <p:nvSpPr>
          <p:cNvPr id="4" name="TextBox 3"/>
          <p:cNvSpPr txBox="1"/>
          <p:nvPr userDrawn="1"/>
        </p:nvSpPr>
        <p:spPr>
          <a:xfrm>
            <a:off x="639055" y="5566942"/>
            <a:ext cx="11020147" cy="861774"/>
          </a:xfrm>
          <a:prstGeom prst="rect">
            <a:avLst/>
          </a:prstGeom>
          <a:noFill/>
        </p:spPr>
        <p:txBody>
          <a:bodyPr wrap="square" rtlCol="0">
            <a:spAutoFit/>
          </a:bodyPr>
          <a:lstStyle/>
          <a:p>
            <a:pPr marL="0" marR="0" lvl="0" indent="0" algn="just" defTabSz="1218682"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Copyright © 2022 </a:t>
            </a:r>
            <a:r>
              <a:rPr kumimoji="0" lang="en-US" sz="1000" b="1" i="0" u="none" strike="noStrike" kern="1200" cap="none" spc="0" normalizeH="0" baseline="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Huawei Technologies Co., Ltd. </a:t>
            </a: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All Rights Reserved.</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8682"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8682"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p:txBody>
      </p:sp>
      <p:sp>
        <p:nvSpPr>
          <p:cNvPr id="7" name="TextBox 6"/>
          <p:cNvSpPr txBox="1"/>
          <p:nvPr userDrawn="1"/>
        </p:nvSpPr>
        <p:spPr>
          <a:xfrm>
            <a:off x="3814070" y="3930215"/>
            <a:ext cx="4670125" cy="369332"/>
          </a:xfrm>
          <a:prstGeom prst="rect">
            <a:avLst/>
          </a:prstGeom>
          <a:noFill/>
        </p:spPr>
        <p:txBody>
          <a:bodyPr wrap="none" lIns="0" tIns="0" rIns="0" bIns="0" rtlCol="0">
            <a:spAutoFit/>
          </a:bodyPr>
          <a:lstStyle/>
          <a:p>
            <a:pPr algn="ctr"/>
            <a:r>
              <a:rPr lang="en-US" sz="2399" b="1" dirty="0">
                <a:solidFill>
                  <a:srgbClr val="6A6A6A"/>
                </a:solidFill>
              </a:rPr>
              <a:t>IRELAND</a:t>
            </a:r>
            <a:r>
              <a:rPr lang="en-US" sz="2399" b="1" dirty="0"/>
              <a:t> </a:t>
            </a:r>
            <a:r>
              <a:rPr lang="en-US" sz="2399" b="1" dirty="0">
                <a:solidFill>
                  <a:schemeClr val="accent2"/>
                </a:solidFill>
              </a:rPr>
              <a:t>RESEARCH</a:t>
            </a:r>
            <a:r>
              <a:rPr lang="en-US" sz="2399" b="1" dirty="0"/>
              <a:t> </a:t>
            </a:r>
            <a:r>
              <a:rPr lang="en-US" sz="2399" b="1" dirty="0">
                <a:solidFill>
                  <a:srgbClr val="6A6A6A"/>
                </a:solidFill>
              </a:rPr>
              <a:t>CENTER, </a:t>
            </a:r>
            <a:r>
              <a:rPr lang="en-US" sz="2399" b="1" dirty="0">
                <a:solidFill>
                  <a:schemeClr val="accent2"/>
                </a:solidFill>
              </a:rPr>
              <a:t>SNI Lab</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16262587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E:\01 日常工作\10 多媒体\PPT内部汇报用模板\PPT封面03副本.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p:spPr>
      </p:pic>
      <p:sp>
        <p:nvSpPr>
          <p:cNvPr id="6" name="Rectangle 8"/>
          <p:cNvSpPr>
            <a:spLocks noGrp="1" noChangeArrowheads="1"/>
          </p:cNvSpPr>
          <p:nvPr>
            <p:ph type="title" hasCustomPrompt="1"/>
          </p:nvPr>
        </p:nvSpPr>
        <p:spPr bwMode="auto">
          <a:xfrm>
            <a:off x="877325" y="2117254"/>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spAutoFit/>
          </a:bodyPr>
          <a:lstStyle>
            <a:lvl1pPr algn="l">
              <a:defRPr sz="3800">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69" y="1176276"/>
            <a:ext cx="3679469" cy="307777"/>
          </a:xfrm>
          <a:prstGeom prst="rect">
            <a:avLst/>
          </a:prstGeom>
          <a:noFill/>
        </p:spPr>
        <p:txBody>
          <a:bodyPr wrap="none" lIns="0" rIns="0" rtlCol="0">
            <a:spAutoFit/>
          </a:bodyPr>
          <a:lstStyle/>
          <a:p>
            <a:pPr algn="l"/>
            <a:r>
              <a:rPr lang="en-US" sz="1400" b="1" dirty="0"/>
              <a:t>HUAWEI   </a:t>
            </a:r>
            <a:r>
              <a:rPr lang="en-US" sz="1400" b="1" dirty="0">
                <a:solidFill>
                  <a:srgbClr val="6A6A6A"/>
                </a:solidFill>
              </a:rPr>
              <a:t>|</a:t>
            </a:r>
            <a:r>
              <a:rPr lang="en-US" sz="1400" b="1" dirty="0"/>
              <a:t>   </a:t>
            </a:r>
            <a:r>
              <a:rPr lang="en-US" sz="1400" b="1" dirty="0">
                <a:solidFill>
                  <a:srgbClr val="6A6A6A"/>
                </a:solidFill>
              </a:rPr>
              <a:t>IRELAND</a:t>
            </a:r>
            <a:r>
              <a:rPr lang="en-US" sz="1400" b="1" dirty="0"/>
              <a:t> </a:t>
            </a:r>
            <a:r>
              <a:rPr lang="en-US" sz="1400" b="1" dirty="0">
                <a:solidFill>
                  <a:schemeClr val="accent2"/>
                </a:solidFill>
              </a:rPr>
              <a:t>RESEARCH</a:t>
            </a:r>
            <a:r>
              <a:rPr lang="en-US" sz="1400" b="1" dirty="0"/>
              <a:t> </a:t>
            </a:r>
            <a:r>
              <a:rPr lang="en-US" sz="1400" b="1" dirty="0">
                <a:solidFill>
                  <a:srgbClr val="6A6A6A"/>
                </a:solidFill>
              </a:rPr>
              <a:t>CENTER, </a:t>
            </a:r>
            <a:r>
              <a:rPr lang="en-US" sz="1400" b="1" dirty="0">
                <a:solidFill>
                  <a:schemeClr val="accent2"/>
                </a:solidFill>
              </a:rPr>
              <a:t>SNI Lab</a:t>
            </a:r>
          </a:p>
        </p:txBody>
      </p:sp>
      <p:sp>
        <p:nvSpPr>
          <p:cNvPr id="11" name="TextBox 10"/>
          <p:cNvSpPr txBox="1"/>
          <p:nvPr userDrawn="1"/>
        </p:nvSpPr>
        <p:spPr>
          <a:xfrm>
            <a:off x="873569" y="6248500"/>
            <a:ext cx="1771319" cy="15388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
        <p:nvSpPr>
          <p:cNvPr id="20" name="Text Placeholder 19"/>
          <p:cNvSpPr>
            <a:spLocks noGrp="1"/>
          </p:cNvSpPr>
          <p:nvPr>
            <p:ph type="body" sz="quarter" idx="10" hasCustomPrompt="1"/>
          </p:nvPr>
        </p:nvSpPr>
        <p:spPr>
          <a:xfrm>
            <a:off x="873570" y="3927819"/>
            <a:ext cx="6750049" cy="533400"/>
          </a:xfrm>
          <a:prstGeom prst="rect">
            <a:avLst/>
          </a:prstGeom>
        </p:spPr>
        <p:txBody>
          <a:bodyPr lIns="0" rIns="0"/>
          <a:lstStyle>
            <a:lvl1pPr marL="0" indent="0">
              <a:buNone/>
              <a:defRPr sz="1800"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69" y="2890978"/>
            <a:ext cx="10626453" cy="639233"/>
          </a:xfrm>
          <a:prstGeom prst="rect">
            <a:avLst/>
          </a:prstGeom>
        </p:spPr>
        <p:txBody>
          <a:bodyPr lIns="0" tIns="0" rIns="0" bIns="0" anchor="ctr"/>
          <a:lstStyle>
            <a:lvl1pPr marL="0" indent="0">
              <a:buNone/>
              <a:defRPr sz="2400" b="0">
                <a:solidFill>
                  <a:schemeClr val="bg1"/>
                </a:solidFill>
                <a:latin typeface="Arial" panose="020B0604020202020204" pitchFamily="34" charset="0"/>
                <a:cs typeface="Arial" panose="020B0604020202020204" pitchFamily="34" charset="0"/>
              </a:defRPr>
            </a:lvl1pPr>
            <a:lvl2pPr marL="609600" indent="0">
              <a:buNone/>
              <a:defRPr sz="3200">
                <a:solidFill>
                  <a:schemeClr val="bg1"/>
                </a:solidFill>
              </a:defRPr>
            </a:lvl2pPr>
            <a:lvl3pPr marL="1219200" indent="0">
              <a:buNone/>
              <a:defRPr sz="3200">
                <a:solidFill>
                  <a:schemeClr val="bg1"/>
                </a:solidFill>
              </a:defRPr>
            </a:lvl3pPr>
            <a:lvl4pPr marL="1828800" indent="0">
              <a:buNone/>
              <a:defRPr sz="3200">
                <a:solidFill>
                  <a:schemeClr val="bg1"/>
                </a:solidFill>
              </a:defRPr>
            </a:lvl4pPr>
            <a:lvl5pPr marL="2438400" indent="0">
              <a:buNone/>
              <a:defRPr sz="3200">
                <a:solidFill>
                  <a:schemeClr val="bg1"/>
                </a:solidFill>
              </a:defRPr>
            </a:lvl5pPr>
          </a:lstStyle>
          <a:p>
            <a:pPr lvl="0"/>
            <a:r>
              <a:rPr lang="en-US" dirty="0"/>
              <a:t>Click to edit subtitle</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Tree>
    <p:extLst>
      <p:ext uri="{BB962C8B-B14F-4D97-AF65-F5344CB8AC3E}">
        <p14:creationId xmlns:p14="http://schemas.microsoft.com/office/powerpoint/2010/main" val="23296439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Blank) 1">
    <p:spTree>
      <p:nvGrpSpPr>
        <p:cNvPr id="1" name=""/>
        <p:cNvGrpSpPr/>
        <p:nvPr/>
      </p:nvGrpSpPr>
      <p:grpSpPr>
        <a:xfrm>
          <a:off x="0" y="0"/>
          <a:ext cx="0" cy="0"/>
          <a:chOff x="0" y="0"/>
          <a:chExt cx="0" cy="0"/>
        </a:xfrm>
      </p:grpSpPr>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800" b="0" i="0" u="none" strike="noStrike" cap="none" normalizeH="0" baseline="0" dirty="0">
              <a:ln>
                <a:noFill/>
              </a:ln>
              <a:solidFill>
                <a:schemeClr val="bg1"/>
              </a:solidFill>
              <a:effectLst/>
              <a:latin typeface="Arial" panose="020B0604020202020204" pitchFamily="34" charset="0"/>
              <a:ea typeface="宋体" pitchFamily="2" charset="-122"/>
            </a:endParaRPr>
          </a:p>
        </p:txBody>
      </p:sp>
      <p:sp>
        <p:nvSpPr>
          <p:cNvPr id="6" name="Rectangle 8"/>
          <p:cNvSpPr>
            <a:spLocks noGrp="1" noChangeArrowheads="1"/>
          </p:cNvSpPr>
          <p:nvPr>
            <p:ph type="title" hasCustomPrompt="1"/>
          </p:nvPr>
        </p:nvSpPr>
        <p:spPr bwMode="auto">
          <a:xfrm>
            <a:off x="877325" y="2117254"/>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spAutoFit/>
          </a:bodyPr>
          <a:lstStyle>
            <a:lvl1pPr algn="l">
              <a:defRPr sz="3800">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69" y="1176276"/>
            <a:ext cx="3679469" cy="307777"/>
          </a:xfrm>
          <a:prstGeom prst="rect">
            <a:avLst/>
          </a:prstGeom>
          <a:noFill/>
        </p:spPr>
        <p:txBody>
          <a:bodyPr wrap="none" lIns="0" rIns="0" rtlCol="0">
            <a:spAutoFit/>
          </a:bodyPr>
          <a:lstStyle/>
          <a:p>
            <a:pPr algn="l"/>
            <a:r>
              <a:rPr lang="en-US" sz="1400" b="1" dirty="0"/>
              <a:t>HUAWEI   </a:t>
            </a:r>
            <a:r>
              <a:rPr lang="en-US" sz="1400" b="1" dirty="0">
                <a:solidFill>
                  <a:srgbClr val="6A6A6A"/>
                </a:solidFill>
              </a:rPr>
              <a:t>|</a:t>
            </a:r>
            <a:r>
              <a:rPr lang="en-US" sz="1400" b="1" dirty="0"/>
              <a:t>   </a:t>
            </a:r>
            <a:r>
              <a:rPr lang="en-US" sz="1400" b="1" dirty="0">
                <a:solidFill>
                  <a:srgbClr val="6A6A6A"/>
                </a:solidFill>
              </a:rPr>
              <a:t>IRELAND</a:t>
            </a:r>
            <a:r>
              <a:rPr lang="en-US" sz="1400" b="1" dirty="0"/>
              <a:t> </a:t>
            </a:r>
            <a:r>
              <a:rPr lang="en-US" sz="1400" b="1" dirty="0">
                <a:solidFill>
                  <a:schemeClr val="accent2"/>
                </a:solidFill>
              </a:rPr>
              <a:t>RESEARCH</a:t>
            </a:r>
            <a:r>
              <a:rPr lang="en-US" sz="1400" b="1" dirty="0"/>
              <a:t> </a:t>
            </a:r>
            <a:r>
              <a:rPr lang="en-US" sz="1400" b="1" dirty="0">
                <a:solidFill>
                  <a:srgbClr val="6A6A6A"/>
                </a:solidFill>
              </a:rPr>
              <a:t>CENTER, </a:t>
            </a:r>
            <a:r>
              <a:rPr lang="en-US" sz="1400" b="1" dirty="0">
                <a:solidFill>
                  <a:schemeClr val="accent2"/>
                </a:solidFill>
              </a:rPr>
              <a:t>SNI Lab</a:t>
            </a:r>
          </a:p>
        </p:txBody>
      </p:sp>
      <p:sp>
        <p:nvSpPr>
          <p:cNvPr id="20" name="Text Placeholder 19"/>
          <p:cNvSpPr>
            <a:spLocks noGrp="1"/>
          </p:cNvSpPr>
          <p:nvPr>
            <p:ph type="body" sz="quarter" idx="10" hasCustomPrompt="1"/>
          </p:nvPr>
        </p:nvSpPr>
        <p:spPr>
          <a:xfrm>
            <a:off x="873570" y="3927819"/>
            <a:ext cx="6750049" cy="533400"/>
          </a:xfrm>
          <a:prstGeom prst="rect">
            <a:avLst/>
          </a:prstGeom>
        </p:spPr>
        <p:txBody>
          <a:bodyPr lIns="0" rIns="0"/>
          <a:lstStyle>
            <a:lvl1pPr marL="0" indent="0">
              <a:buNone/>
              <a:defRPr sz="1800"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69" y="2890978"/>
            <a:ext cx="10626453" cy="639233"/>
          </a:xfrm>
          <a:prstGeom prst="rect">
            <a:avLst/>
          </a:prstGeom>
        </p:spPr>
        <p:txBody>
          <a:bodyPr lIns="0" tIns="0" rIns="0" bIns="0" anchor="ctr"/>
          <a:lstStyle>
            <a:lvl1pPr marL="0" indent="0">
              <a:buNone/>
              <a:defRPr sz="2400" b="0">
                <a:solidFill>
                  <a:schemeClr val="bg1"/>
                </a:solidFill>
                <a:latin typeface="Arial" panose="020B0604020202020204" pitchFamily="34" charset="0"/>
                <a:cs typeface="Arial" panose="020B0604020202020204" pitchFamily="34" charset="0"/>
              </a:defRPr>
            </a:lvl1pPr>
            <a:lvl2pPr marL="609600" indent="0">
              <a:buNone/>
              <a:defRPr sz="3200">
                <a:solidFill>
                  <a:schemeClr val="bg1"/>
                </a:solidFill>
              </a:defRPr>
            </a:lvl2pPr>
            <a:lvl3pPr marL="1219200" indent="0">
              <a:buNone/>
              <a:defRPr sz="3200">
                <a:solidFill>
                  <a:schemeClr val="bg1"/>
                </a:solidFill>
              </a:defRPr>
            </a:lvl3pPr>
            <a:lvl4pPr marL="1828800" indent="0">
              <a:buNone/>
              <a:defRPr sz="3200">
                <a:solidFill>
                  <a:schemeClr val="bg1"/>
                </a:solidFill>
              </a:defRPr>
            </a:lvl4pPr>
            <a:lvl5pPr marL="2438400" indent="0">
              <a:buNone/>
              <a:defRPr sz="3200">
                <a:solidFill>
                  <a:schemeClr val="bg1"/>
                </a:solidFill>
              </a:defRPr>
            </a:lvl5pPr>
          </a:lstStyle>
          <a:p>
            <a:pPr lvl="0"/>
            <a:r>
              <a:rPr lang="en-US" dirty="0"/>
              <a:t>Click to edit subtitle</a:t>
            </a:r>
          </a:p>
        </p:txBody>
      </p:sp>
      <p:sp>
        <p:nvSpPr>
          <p:cNvPr id="13" name="Rectangle 12"/>
          <p:cNvSpPr/>
          <p:nvPr userDrawn="1"/>
        </p:nvSpPr>
        <p:spPr bwMode="auto">
          <a:xfrm>
            <a:off x="0" y="5366"/>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800" b="0" i="0" u="none" strike="noStrike" cap="none" normalizeH="0" baseline="0" dirty="0">
              <a:ln>
                <a:noFill/>
              </a:ln>
              <a:solidFill>
                <a:schemeClr val="bg1"/>
              </a:solidFill>
              <a:effectLst/>
              <a:latin typeface="Arial" panose="020B0604020202020204" pitchFamily="34" charset="0"/>
              <a:ea typeface="宋体" pitchFamily="2" charset="-122"/>
            </a:endParaRP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
        <p:nvSpPr>
          <p:cNvPr id="10" name="TextBox 9"/>
          <p:cNvSpPr txBox="1"/>
          <p:nvPr userDrawn="1"/>
        </p:nvSpPr>
        <p:spPr>
          <a:xfrm>
            <a:off x="873569" y="6248500"/>
            <a:ext cx="1771319" cy="15388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Tree>
    <p:extLst>
      <p:ext uri="{BB962C8B-B14F-4D97-AF65-F5344CB8AC3E}">
        <p14:creationId xmlns:p14="http://schemas.microsoft.com/office/powerpoint/2010/main" val="29107405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Blank) 2">
    <p:spTree>
      <p:nvGrpSpPr>
        <p:cNvPr id="1" name=""/>
        <p:cNvGrpSpPr/>
        <p:nvPr/>
      </p:nvGrpSpPr>
      <p:grpSpPr>
        <a:xfrm>
          <a:off x="0" y="0"/>
          <a:ext cx="0" cy="0"/>
          <a:chOff x="0" y="0"/>
          <a:chExt cx="0" cy="0"/>
        </a:xfrm>
      </p:grpSpPr>
      <p:sp>
        <p:nvSpPr>
          <p:cNvPr id="13" name="Rectangle 12"/>
          <p:cNvSpPr/>
          <p:nvPr userDrawn="1"/>
        </p:nvSpPr>
        <p:spPr bwMode="auto">
          <a:xfrm>
            <a:off x="0" y="5366"/>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800" b="0" i="0" u="none" strike="noStrike" cap="none" normalizeH="0" baseline="0" dirty="0">
              <a:ln>
                <a:noFill/>
              </a:ln>
              <a:solidFill>
                <a:schemeClr val="bg1"/>
              </a:solidFill>
              <a:effectLst/>
              <a:latin typeface="Arial" panose="020B0604020202020204" pitchFamily="34" charset="0"/>
              <a:ea typeface="宋体" pitchFamily="2" charset="-122"/>
            </a:endParaRPr>
          </a:p>
        </p:txBody>
      </p:sp>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800" b="0" i="0" u="none" strike="noStrike" cap="none" normalizeH="0" baseline="0" dirty="0">
              <a:ln>
                <a:noFill/>
              </a:ln>
              <a:solidFill>
                <a:schemeClr val="bg1"/>
              </a:solidFill>
              <a:effectLst/>
              <a:latin typeface="Arial" panose="020B0604020202020204" pitchFamily="34" charset="0"/>
              <a:ea typeface="宋体" pitchFamily="2" charset="-122"/>
            </a:endParaRPr>
          </a:p>
        </p:txBody>
      </p:sp>
      <p:sp>
        <p:nvSpPr>
          <p:cNvPr id="6" name="Rectangle 8"/>
          <p:cNvSpPr>
            <a:spLocks noGrp="1" noChangeArrowheads="1"/>
          </p:cNvSpPr>
          <p:nvPr>
            <p:ph type="title" hasCustomPrompt="1"/>
          </p:nvPr>
        </p:nvSpPr>
        <p:spPr bwMode="auto">
          <a:xfrm>
            <a:off x="877325" y="2117254"/>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spAutoFit/>
          </a:bodyPr>
          <a:lstStyle>
            <a:lvl1pPr algn="l">
              <a:defRPr sz="3800">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69" y="1176276"/>
            <a:ext cx="3679469" cy="307777"/>
          </a:xfrm>
          <a:prstGeom prst="rect">
            <a:avLst/>
          </a:prstGeom>
          <a:noFill/>
        </p:spPr>
        <p:txBody>
          <a:bodyPr wrap="none" lIns="0" rIns="0" rtlCol="0">
            <a:spAutoFit/>
          </a:bodyPr>
          <a:lstStyle/>
          <a:p>
            <a:pPr algn="l"/>
            <a:r>
              <a:rPr lang="en-US" sz="1400" b="1" dirty="0"/>
              <a:t>HUAWEI   </a:t>
            </a:r>
            <a:r>
              <a:rPr lang="en-US" sz="1400" b="1" dirty="0">
                <a:solidFill>
                  <a:srgbClr val="6A6A6A"/>
                </a:solidFill>
              </a:rPr>
              <a:t>|</a:t>
            </a:r>
            <a:r>
              <a:rPr lang="en-US" sz="1400" b="1" dirty="0"/>
              <a:t>   </a:t>
            </a:r>
            <a:r>
              <a:rPr lang="en-US" sz="1400" b="1" dirty="0">
                <a:solidFill>
                  <a:srgbClr val="6A6A6A"/>
                </a:solidFill>
              </a:rPr>
              <a:t>IRELAND</a:t>
            </a:r>
            <a:r>
              <a:rPr lang="en-US" sz="1400" b="1" dirty="0"/>
              <a:t> </a:t>
            </a:r>
            <a:r>
              <a:rPr lang="en-US" sz="1400" b="1" dirty="0">
                <a:solidFill>
                  <a:schemeClr val="accent2"/>
                </a:solidFill>
              </a:rPr>
              <a:t>RESEARCH</a:t>
            </a:r>
            <a:r>
              <a:rPr lang="en-US" sz="1400" b="1" dirty="0"/>
              <a:t> </a:t>
            </a:r>
            <a:r>
              <a:rPr lang="en-US" sz="1400" b="1" dirty="0">
                <a:solidFill>
                  <a:srgbClr val="6A6A6A"/>
                </a:solidFill>
              </a:rPr>
              <a:t>CENTER, </a:t>
            </a:r>
            <a:r>
              <a:rPr lang="en-US" sz="1400" b="1" dirty="0">
                <a:solidFill>
                  <a:schemeClr val="accent2"/>
                </a:solidFill>
              </a:rPr>
              <a:t>SNI Lab</a:t>
            </a:r>
          </a:p>
        </p:txBody>
      </p:sp>
      <p:sp>
        <p:nvSpPr>
          <p:cNvPr id="20" name="Text Placeholder 19"/>
          <p:cNvSpPr>
            <a:spLocks noGrp="1"/>
          </p:cNvSpPr>
          <p:nvPr>
            <p:ph type="body" sz="quarter" idx="10" hasCustomPrompt="1"/>
          </p:nvPr>
        </p:nvSpPr>
        <p:spPr>
          <a:xfrm>
            <a:off x="873570" y="3927819"/>
            <a:ext cx="6750049" cy="533400"/>
          </a:xfrm>
          <a:prstGeom prst="rect">
            <a:avLst/>
          </a:prstGeom>
        </p:spPr>
        <p:txBody>
          <a:bodyPr lIns="0" rIns="0"/>
          <a:lstStyle>
            <a:lvl1pPr marL="0" indent="0">
              <a:buNone/>
              <a:defRPr sz="1800"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69" y="2890978"/>
            <a:ext cx="10626453" cy="639233"/>
          </a:xfrm>
          <a:prstGeom prst="rect">
            <a:avLst/>
          </a:prstGeom>
        </p:spPr>
        <p:txBody>
          <a:bodyPr lIns="0" tIns="0" rIns="0" bIns="0" anchor="ctr"/>
          <a:lstStyle>
            <a:lvl1pPr marL="0" indent="0">
              <a:buNone/>
              <a:defRPr sz="2400" b="0">
                <a:solidFill>
                  <a:schemeClr val="bg1"/>
                </a:solidFill>
                <a:latin typeface="Arial" panose="020B0604020202020204" pitchFamily="34" charset="0"/>
                <a:cs typeface="Arial" panose="020B0604020202020204" pitchFamily="34" charset="0"/>
              </a:defRPr>
            </a:lvl1pPr>
            <a:lvl2pPr marL="609600" indent="0">
              <a:buNone/>
              <a:defRPr sz="3200">
                <a:solidFill>
                  <a:schemeClr val="bg1"/>
                </a:solidFill>
              </a:defRPr>
            </a:lvl2pPr>
            <a:lvl3pPr marL="1219200" indent="0">
              <a:buNone/>
              <a:defRPr sz="3200">
                <a:solidFill>
                  <a:schemeClr val="bg1"/>
                </a:solidFill>
              </a:defRPr>
            </a:lvl3pPr>
            <a:lvl4pPr marL="1828800" indent="0">
              <a:buNone/>
              <a:defRPr sz="3200">
                <a:solidFill>
                  <a:schemeClr val="bg1"/>
                </a:solidFill>
              </a:defRPr>
            </a:lvl4pPr>
            <a:lvl5pPr marL="2438400" indent="0">
              <a:buNone/>
              <a:defRPr sz="3200">
                <a:solidFill>
                  <a:schemeClr val="bg1"/>
                </a:solidFill>
              </a:defRPr>
            </a:lvl5pPr>
          </a:lstStyle>
          <a:p>
            <a:pPr lvl="0"/>
            <a:r>
              <a:rPr lang="en-US" dirty="0"/>
              <a:t>Click to edit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9580"/>
            <a:ext cx="1378226" cy="1378226"/>
          </a:xfrm>
          <a:prstGeom prst="rect">
            <a:avLst/>
          </a:prstGeom>
        </p:spPr>
      </p:pic>
      <p:sp>
        <p:nvSpPr>
          <p:cNvPr id="12" name="TextBox 11"/>
          <p:cNvSpPr txBox="1"/>
          <p:nvPr userDrawn="1"/>
        </p:nvSpPr>
        <p:spPr>
          <a:xfrm>
            <a:off x="873569" y="6248500"/>
            <a:ext cx="1771319" cy="15388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Tree>
    <p:extLst>
      <p:ext uri="{BB962C8B-B14F-4D97-AF65-F5344CB8AC3E}">
        <p14:creationId xmlns:p14="http://schemas.microsoft.com/office/powerpoint/2010/main" val="42690125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7534" y="449284"/>
            <a:ext cx="10176933" cy="871537"/>
          </a:xfrm>
          <a:prstGeom prst="rect">
            <a:avLst/>
          </a:prstGeom>
        </p:spPr>
        <p:txBody>
          <a:bodyPr/>
          <a:lstStyle>
            <a:lvl1pPr>
              <a:defRPr sz="2400">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
        <p:nvSpPr>
          <p:cNvPr id="4" name="Content Placeholder 3"/>
          <p:cNvSpPr>
            <a:spLocks noGrp="1"/>
          </p:cNvSpPr>
          <p:nvPr>
            <p:ph sz="quarter" idx="10" hasCustomPrompt="1"/>
          </p:nvPr>
        </p:nvSpPr>
        <p:spPr>
          <a:xfrm>
            <a:off x="1018784" y="1628384"/>
            <a:ext cx="5040000" cy="4584744"/>
          </a:xfrm>
          <a:prstGeom prst="rect">
            <a:avLst/>
          </a:prstGeom>
        </p:spPr>
        <p:txBody>
          <a:bodyPr/>
          <a:lstStyle>
            <a:lvl1pPr>
              <a:buClr>
                <a:schemeClr val="tx1"/>
              </a:buClr>
              <a:defRPr sz="2000">
                <a:solidFill>
                  <a:schemeClr val="tx1">
                    <a:lumMod val="95000"/>
                    <a:lumOff val="5000"/>
                  </a:schemeClr>
                </a:solidFill>
                <a:latin typeface="Arial" panose="020B0604020202020204" pitchFamily="34" charset="0"/>
                <a:cs typeface="Arial" panose="020B0604020202020204" pitchFamily="34" charset="0"/>
              </a:defRPr>
            </a:lvl1pPr>
            <a:lvl2pPr marL="990600" indent="-381000">
              <a:buClr>
                <a:schemeClr val="tx1"/>
              </a:buClr>
              <a:buSzPct val="100000"/>
              <a:buFont typeface="Wingdings" panose="05000000000000000000" pitchFamily="2" charset="2"/>
              <a:buChar char="§"/>
              <a:defRPr sz="2000">
                <a:solidFill>
                  <a:schemeClr val="tx1">
                    <a:lumMod val="95000"/>
                    <a:lumOff val="5000"/>
                  </a:schemeClr>
                </a:solidFill>
                <a:latin typeface="Arial" panose="020B0604020202020204" pitchFamily="34" charset="0"/>
                <a:cs typeface="Arial" panose="020B0604020202020204" pitchFamily="34" charset="0"/>
              </a:defRPr>
            </a:lvl2pPr>
            <a:lvl3pPr marL="1524000" indent="-304800">
              <a:buClr>
                <a:schemeClr val="tx1"/>
              </a:buClr>
              <a:buSzPct val="100000"/>
              <a:buFont typeface="Arial" panose="020B0604020202020204" pitchFamily="34" charset="0"/>
              <a:buChar char="•"/>
              <a:defRPr sz="2000">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quarter" idx="11" hasCustomPrompt="1"/>
          </p:nvPr>
        </p:nvSpPr>
        <p:spPr>
          <a:xfrm>
            <a:off x="6144467" y="1628384"/>
            <a:ext cx="5040000" cy="4584744"/>
          </a:xfrm>
          <a:prstGeom prst="rect">
            <a:avLst/>
          </a:prstGeom>
        </p:spPr>
        <p:txBody>
          <a:bodyPr/>
          <a:lstStyle>
            <a:lvl1pPr>
              <a:buClr>
                <a:schemeClr val="tx1"/>
              </a:buClr>
              <a:defRPr sz="2000">
                <a:solidFill>
                  <a:schemeClr val="tx1">
                    <a:lumMod val="95000"/>
                    <a:lumOff val="5000"/>
                  </a:schemeClr>
                </a:solidFill>
                <a:latin typeface="Arial" panose="020B0604020202020204" pitchFamily="34" charset="0"/>
                <a:cs typeface="Arial" panose="020B0604020202020204" pitchFamily="34" charset="0"/>
              </a:defRPr>
            </a:lvl1pPr>
            <a:lvl2pPr marL="990600" indent="-381000">
              <a:buClr>
                <a:schemeClr val="tx1"/>
              </a:buClr>
              <a:buSzPct val="100000"/>
              <a:buFont typeface="Wingdings" panose="05000000000000000000" pitchFamily="2" charset="2"/>
              <a:buChar char="§"/>
              <a:defRPr sz="2000">
                <a:solidFill>
                  <a:schemeClr val="tx1">
                    <a:lumMod val="95000"/>
                    <a:lumOff val="5000"/>
                  </a:schemeClr>
                </a:solidFill>
                <a:latin typeface="Arial" panose="020B0604020202020204" pitchFamily="34" charset="0"/>
                <a:cs typeface="Arial" panose="020B0604020202020204" pitchFamily="34" charset="0"/>
              </a:defRPr>
            </a:lvl2pPr>
            <a:lvl3pPr marL="1524000" indent="-304800">
              <a:buClr>
                <a:schemeClr val="tx1"/>
              </a:buClr>
              <a:buSzPct val="100000"/>
              <a:buFont typeface="Arial" panose="020B0604020202020204" pitchFamily="34" charset="0"/>
              <a:buChar char="•"/>
              <a:defRPr sz="2000">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221482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07534" y="449284"/>
            <a:ext cx="10176933" cy="871537"/>
          </a:xfrm>
          <a:prstGeom prst="rect">
            <a:avLst/>
          </a:prstGeom>
        </p:spPr>
        <p:txBody>
          <a:bodyPr/>
          <a:lstStyle>
            <a:lvl1pPr>
              <a:defRPr sz="2400" baseline="0">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Tree>
    <p:extLst>
      <p:ext uri="{BB962C8B-B14F-4D97-AF65-F5344CB8AC3E}">
        <p14:creationId xmlns:p14="http://schemas.microsoft.com/office/powerpoint/2010/main" val="29296223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71651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6" name="Rectangle 5"/>
          <p:cNvSpPr/>
          <p:nvPr userDrawn="1"/>
        </p:nvSpPr>
        <p:spPr bwMode="auto">
          <a:xfrm>
            <a:off x="0" y="0"/>
            <a:ext cx="12192000" cy="6858000"/>
          </a:xfrm>
          <a:prstGeom prst="rect">
            <a:avLst/>
          </a:prstGeom>
          <a:solidFill>
            <a:schemeClr val="bg1"/>
          </a:solidFill>
          <a:ln>
            <a:noFill/>
          </a:ln>
          <a:effectLst/>
        </p:spPr>
        <p:txBody>
          <a:bodyPr vert="horz" wrap="square" lIns="121920" tIns="60960" rIns="121920" bIns="60960" numCol="1" rtlCol="0" anchor="t" anchorCtr="0" compatLnSpc="1"/>
          <a:lstStyle/>
          <a:p>
            <a:pPr marL="0" marR="0" indent="0" algn="l" defTabSz="12192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2400" b="0" i="0" u="none" strike="noStrike" cap="none" normalizeH="0" baseline="0" dirty="0">
              <a:ln>
                <a:noFill/>
              </a:ln>
              <a:solidFill>
                <a:schemeClr val="tx1"/>
              </a:solidFill>
              <a:effectLst/>
              <a:latin typeface="Arial" panose="020B0604020202020204" pitchFamily="34" charset="0"/>
              <a:ea typeface="宋体" pitchFamily="2" charset="-122"/>
            </a:endParaRPr>
          </a:p>
        </p:txBody>
      </p:sp>
      <p:sp>
        <p:nvSpPr>
          <p:cNvPr id="4" name="TextBox 3"/>
          <p:cNvSpPr txBox="1"/>
          <p:nvPr userDrawn="1"/>
        </p:nvSpPr>
        <p:spPr>
          <a:xfrm>
            <a:off x="639055" y="5566942"/>
            <a:ext cx="11020147" cy="861774"/>
          </a:xfrm>
          <a:prstGeom prst="rect">
            <a:avLst/>
          </a:prstGeom>
          <a:noFill/>
        </p:spPr>
        <p:txBody>
          <a:bodyPr wrap="square" rtlCol="0">
            <a:spAutoFit/>
          </a:bodyPr>
          <a:lstStyle/>
          <a:p>
            <a:pPr marL="0" marR="0" lvl="0" indent="0" algn="just" defTabSz="12192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Copyright © 2023 </a:t>
            </a:r>
            <a:r>
              <a:rPr kumimoji="0" lang="en-US" sz="1000" b="1" i="0" u="none" strike="noStrike" kern="1200" cap="none" spc="0" normalizeH="0" baseline="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Huawei Technologies Co., Ltd. </a:t>
            </a: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All Rights Reserved.</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endParaRPr>
          </a:p>
          <a:p>
            <a:pPr marL="0" marR="0" lvl="0" indent="0" algn="just" defTabSz="121920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endParaRPr>
          </a:p>
          <a:p>
            <a:pPr marL="0" marR="0" lvl="0" indent="0" algn="just" defTabSz="121920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endParaRPr>
          </a:p>
        </p:txBody>
      </p:sp>
      <p:sp>
        <p:nvSpPr>
          <p:cNvPr id="7" name="TextBox 6"/>
          <p:cNvSpPr txBox="1"/>
          <p:nvPr userDrawn="1"/>
        </p:nvSpPr>
        <p:spPr>
          <a:xfrm>
            <a:off x="3814069" y="3930215"/>
            <a:ext cx="4670125" cy="369332"/>
          </a:xfrm>
          <a:prstGeom prst="rect">
            <a:avLst/>
          </a:prstGeom>
          <a:noFill/>
        </p:spPr>
        <p:txBody>
          <a:bodyPr wrap="none" lIns="0" tIns="0" rIns="0" bIns="0" rtlCol="0">
            <a:spAutoFit/>
          </a:bodyPr>
          <a:lstStyle/>
          <a:p>
            <a:pPr algn="ctr"/>
            <a:r>
              <a:rPr lang="en-US" sz="2400" b="1" dirty="0">
                <a:solidFill>
                  <a:srgbClr val="6A6A6A"/>
                </a:solidFill>
              </a:rPr>
              <a:t>IRELAND</a:t>
            </a:r>
            <a:r>
              <a:rPr lang="en-US" sz="2400" b="1" dirty="0"/>
              <a:t> </a:t>
            </a:r>
            <a:r>
              <a:rPr lang="en-US" sz="2400" b="1" dirty="0">
                <a:solidFill>
                  <a:schemeClr val="accent2"/>
                </a:solidFill>
              </a:rPr>
              <a:t>RESEARCH</a:t>
            </a:r>
            <a:r>
              <a:rPr lang="en-US" sz="2400" b="1" dirty="0"/>
              <a:t> </a:t>
            </a:r>
            <a:r>
              <a:rPr lang="en-US" sz="2400" b="1" dirty="0">
                <a:solidFill>
                  <a:srgbClr val="6A6A6A"/>
                </a:solidFill>
              </a:rPr>
              <a:t>CENTER, </a:t>
            </a:r>
            <a:r>
              <a:rPr lang="en-US" sz="2400" b="1" dirty="0">
                <a:solidFill>
                  <a:schemeClr val="accent2"/>
                </a:solidFill>
              </a:rPr>
              <a:t>SNI Lab</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3729147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Final Slide">
    <p:spTree>
      <p:nvGrpSpPr>
        <p:cNvPr id="1" name=""/>
        <p:cNvGrpSpPr/>
        <p:nvPr/>
      </p:nvGrpSpPr>
      <p:grpSpPr>
        <a:xfrm>
          <a:off x="0" y="0"/>
          <a:ext cx="0" cy="0"/>
          <a:chOff x="0" y="0"/>
          <a:chExt cx="0" cy="0"/>
        </a:xfrm>
      </p:grpSpPr>
      <p:pic>
        <p:nvPicPr>
          <p:cNvPr id="9" name="Picture 3" descr="C:\Users\z00205060\Desktop\CP项目\规范类文件\新建文件夹\巴展视觉物料规范-14.jpg"/>
          <p:cNvPicPr>
            <a:picLocks noChangeAspect="1" noChangeArrowheads="1"/>
          </p:cNvPicPr>
          <p:nvPr userDrawn="1"/>
        </p:nvPicPr>
        <p:blipFill>
          <a:blip r:embed="rId2" cstate="screen"/>
          <a:srcRect/>
          <a:stretch>
            <a:fillRect/>
          </a:stretch>
        </p:blipFill>
        <p:spPr bwMode="auto">
          <a:xfrm>
            <a:off x="0" y="0"/>
            <a:ext cx="12195175" cy="6858735"/>
          </a:xfrm>
          <a:prstGeom prst="rect">
            <a:avLst/>
          </a:prstGeom>
          <a:noFill/>
        </p:spPr>
      </p:pic>
      <p:sp>
        <p:nvSpPr>
          <p:cNvPr id="4" name="TextBox 3"/>
          <p:cNvSpPr txBox="1"/>
          <p:nvPr userDrawn="1"/>
        </p:nvSpPr>
        <p:spPr>
          <a:xfrm>
            <a:off x="639055" y="5566942"/>
            <a:ext cx="11020147" cy="861774"/>
          </a:xfrm>
          <a:prstGeom prst="rect">
            <a:avLst/>
          </a:prstGeom>
          <a:noFill/>
        </p:spPr>
        <p:txBody>
          <a:bodyPr wrap="square" rtlCol="0">
            <a:spAutoFit/>
          </a:bodyPr>
          <a:lstStyle/>
          <a:p>
            <a:pPr marL="0" marR="0" lvl="0" indent="0" algn="just" defTabSz="12192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Copyright © 2023 </a:t>
            </a:r>
            <a:r>
              <a:rPr kumimoji="0" lang="en-US" sz="1000" b="1" i="0" u="none" strike="noStrike" kern="1200" cap="none" spc="0" normalizeH="0" baseline="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Huawei Technologies Co., Ltd. </a:t>
            </a: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All Rights Reserved.</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endParaRPr>
          </a:p>
          <a:p>
            <a:pPr marL="0" marR="0" lvl="0" indent="0" algn="just" defTabSz="121920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endParaRPr>
          </a:p>
          <a:p>
            <a:pPr marL="0" marR="0" lvl="0" indent="0" algn="just" defTabSz="121920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pitchFamily="2" charset="-122"/>
              <a:cs typeface="Arial" panose="020B0604020202020204" pitchFamily="34" charset="0"/>
            </a:endParaRPr>
          </a:p>
        </p:txBody>
      </p:sp>
      <p:sp>
        <p:nvSpPr>
          <p:cNvPr id="7" name="TextBox 6"/>
          <p:cNvSpPr txBox="1"/>
          <p:nvPr userDrawn="1"/>
        </p:nvSpPr>
        <p:spPr>
          <a:xfrm>
            <a:off x="3814069" y="3930215"/>
            <a:ext cx="4670125" cy="369332"/>
          </a:xfrm>
          <a:prstGeom prst="rect">
            <a:avLst/>
          </a:prstGeom>
          <a:noFill/>
        </p:spPr>
        <p:txBody>
          <a:bodyPr wrap="none" lIns="0" tIns="0" rIns="0" bIns="0" rtlCol="0">
            <a:spAutoFit/>
          </a:bodyPr>
          <a:lstStyle/>
          <a:p>
            <a:pPr algn="ctr"/>
            <a:r>
              <a:rPr lang="en-US" sz="2400" b="1" dirty="0">
                <a:solidFill>
                  <a:srgbClr val="6A6A6A"/>
                </a:solidFill>
              </a:rPr>
              <a:t>IRELAND</a:t>
            </a:r>
            <a:r>
              <a:rPr lang="en-US" sz="2400" b="1" dirty="0"/>
              <a:t> </a:t>
            </a:r>
            <a:r>
              <a:rPr lang="en-US" sz="2400" b="1" dirty="0">
                <a:solidFill>
                  <a:schemeClr val="accent2"/>
                </a:solidFill>
              </a:rPr>
              <a:t>RESEARCH</a:t>
            </a:r>
            <a:r>
              <a:rPr lang="en-US" sz="2400" b="1" dirty="0"/>
              <a:t> </a:t>
            </a:r>
            <a:r>
              <a:rPr lang="en-US" sz="2400" b="1" dirty="0">
                <a:solidFill>
                  <a:srgbClr val="6A6A6A"/>
                </a:solidFill>
              </a:rPr>
              <a:t>CENTER, </a:t>
            </a:r>
            <a:r>
              <a:rPr lang="en-US" sz="2400" b="1" dirty="0">
                <a:solidFill>
                  <a:schemeClr val="accent2"/>
                </a:solidFill>
              </a:rPr>
              <a:t>SNI Lab</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4101135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hapter page">
    <p:spTree>
      <p:nvGrpSpPr>
        <p:cNvPr id="1" name=""/>
        <p:cNvGrpSpPr/>
        <p:nvPr/>
      </p:nvGrpSpPr>
      <p:grpSpPr>
        <a:xfrm>
          <a:off x="0" y="0"/>
          <a:ext cx="0" cy="0"/>
          <a:chOff x="0" y="0"/>
          <a:chExt cx="0" cy="0"/>
        </a:xfrm>
      </p:grpSpPr>
      <p:sp>
        <p:nvSpPr>
          <p:cNvPr id="4" name="Content Placeholder 2"/>
          <p:cNvSpPr>
            <a:spLocks noGrp="1"/>
          </p:cNvSpPr>
          <p:nvPr>
            <p:ph idx="11" hasCustomPrompt="1"/>
          </p:nvPr>
        </p:nvSpPr>
        <p:spPr>
          <a:xfrm>
            <a:off x="725738" y="1512876"/>
            <a:ext cx="10729365" cy="4690459"/>
          </a:xfrm>
          <a:prstGeom prst="rect">
            <a:avLst/>
          </a:prstGeom>
        </p:spPr>
        <p:txBody>
          <a:bodyPr lIns="0" tIns="0" rIns="0" bIns="0"/>
          <a:lstStyle>
            <a:lvl1pPr marL="179070" marR="0" indent="-168275" algn="l" defTabSz="118745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135" algn="ctr"/>
              </a:tabLst>
              <a:defRPr sz="1800" baseline="0">
                <a:solidFill>
                  <a:schemeClr val="tx1"/>
                </a:solidFill>
                <a:latin typeface="+mn-lt"/>
                <a:ea typeface="微软雅黑" panose="020B0503020204020204" pitchFamily="34" charset="-122"/>
                <a:cs typeface="Arial" panose="020B0604020202020204" pitchFamily="34" charset="0"/>
              </a:defRPr>
            </a:lvl1pPr>
            <a:lvl2pPr marL="446405" marR="0" indent="-285750"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mn-lt"/>
                <a:ea typeface="微软雅黑" panose="020B0503020204020204" pitchFamily="34" charset="-122"/>
              </a:defRPr>
            </a:lvl2pPr>
            <a:lvl3pPr marL="1097915"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mn-lt"/>
                <a:ea typeface="微软雅黑" panose="020B0503020204020204" pitchFamily="34" charset="-122"/>
              </a:defRPr>
            </a:lvl3pPr>
            <a:lvl4pPr marL="525780" indent="-170815">
              <a:buFont typeface="Arial" panose="020B0604020202020204" pitchFamily="34" charset="0"/>
              <a:buChar char="•"/>
              <a:tabLst>
                <a:tab pos="1207770" algn="ctr"/>
              </a:tabLst>
              <a:defRPr sz="1300" baseline="0"/>
            </a:lvl4pPr>
            <a:lvl5pPr marL="525780" indent="-170815">
              <a:buFont typeface="Arial" panose="020B0604020202020204" pitchFamily="34" charset="0"/>
              <a:buChar char="•"/>
              <a:tabLst>
                <a:tab pos="1207770" algn="ctr"/>
              </a:tabLst>
              <a:defRPr sz="1300" baseline="0"/>
            </a:lvl5pPr>
          </a:lstStyle>
          <a:p>
            <a:pPr lvl="0"/>
            <a:r>
              <a:rPr lang="en-US" dirty="0"/>
              <a:t>Click to edit Master text style</a:t>
            </a:r>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en-US" dirty="0"/>
              <a:t>Click to edit Master text style</a:t>
            </a:r>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en-US" dirty="0"/>
              <a:t>Click to edit Master text style</a:t>
            </a:r>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endParaRPr lang="en-US" altLang="zh-CN" dirty="0"/>
          </a:p>
        </p:txBody>
      </p:sp>
      <p:sp>
        <p:nvSpPr>
          <p:cNvPr id="3" name="Subtitle 2"/>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en-US" dirty="0"/>
              <a:t>Click to edit Master title style</a:t>
            </a:r>
          </a:p>
        </p:txBody>
      </p:sp>
    </p:spTree>
    <p:extLst>
      <p:ext uri="{BB962C8B-B14F-4D97-AF65-F5344CB8AC3E}">
        <p14:creationId xmlns:p14="http://schemas.microsoft.com/office/powerpoint/2010/main" val="32540358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s page">
    <p:bg>
      <p:bgPr>
        <a:solidFill>
          <a:srgbClr val="EBEBEB"/>
        </a:solidFill>
        <a:effectLst/>
      </p:bgPr>
    </p:bg>
    <p:spTree>
      <p:nvGrpSpPr>
        <p:cNvPr id="1" name=""/>
        <p:cNvGrpSpPr/>
        <p:nvPr/>
      </p:nvGrpSpPr>
      <p:grpSpPr>
        <a:xfrm>
          <a:off x="0" y="0"/>
          <a:ext cx="0" cy="0"/>
          <a:chOff x="0" y="0"/>
          <a:chExt cx="0" cy="0"/>
        </a:xfrm>
      </p:grpSpPr>
      <p:sp>
        <p:nvSpPr>
          <p:cNvPr id="4" name="文本框 16"/>
          <p:cNvSpPr txBox="1"/>
          <p:nvPr userDrawn="1"/>
        </p:nvSpPr>
        <p:spPr>
          <a:xfrm>
            <a:off x="918558" y="707688"/>
            <a:ext cx="2237239" cy="707886"/>
          </a:xfrm>
          <a:prstGeom prst="rect">
            <a:avLst/>
          </a:prstGeom>
          <a:noFill/>
        </p:spPr>
        <p:txBody>
          <a:bodyPr wrap="none" rtlCol="0">
            <a:spAutoFit/>
          </a:bodyPr>
          <a:lstStyle/>
          <a:p>
            <a:r>
              <a:rPr lang="en-US" sz="4000" dirty="0">
                <a:solidFill>
                  <a:schemeClr val="tx1"/>
                </a:solidFill>
                <a:latin typeface="Arial" panose="020B0604020202020204" pitchFamily="34" charset="0"/>
                <a:cs typeface="Arial" panose="020B0604020202020204" pitchFamily="34" charset="0"/>
              </a:rPr>
              <a:t>Contents</a:t>
            </a:r>
            <a:endParaRPr kumimoji="1" lang="zh-CN" altLang="en-US" sz="3635"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 name="直线连接符 14"/>
          <p:cNvCxnSpPr/>
          <p:nvPr userDrawn="1"/>
        </p:nvCxnSpPr>
        <p:spPr>
          <a:xfrm flipH="1">
            <a:off x="1027391" y="1349255"/>
            <a:ext cx="200853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0" hasCustomPrompt="1"/>
          </p:nvPr>
        </p:nvSpPr>
        <p:spPr>
          <a:xfrm>
            <a:off x="1047499" y="1900239"/>
            <a:ext cx="10118107" cy="3013725"/>
          </a:xfrm>
          <a:prstGeom prst="rect">
            <a:avLst/>
          </a:prstGeom>
        </p:spPr>
        <p:txBody>
          <a:bodyPr lIns="0" tIns="0" rIns="0" bIns="0"/>
          <a:lstStyle>
            <a:lvl1pPr marL="412750" indent="-398145">
              <a:lnSpc>
                <a:spcPts val="2140"/>
              </a:lnSpc>
              <a:buFont typeface="+mj-lt"/>
              <a:buAutoNum type="arabicPeriod"/>
              <a:defRPr sz="2200">
                <a:solidFill>
                  <a:schemeClr val="tx1"/>
                </a:solidFill>
                <a:latin typeface="+mj-lt"/>
                <a:ea typeface="微软雅黑" panose="020B0503020204020204" pitchFamily="34" charset="-122"/>
              </a:defRPr>
            </a:lvl1pPr>
            <a:lvl2pPr marL="412750" indent="-398145">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en-US" dirty="0"/>
              <a:t>Click to edit Master text style</a:t>
            </a:r>
            <a:endParaRPr lang="en-US" altLang="zh-CN" dirty="0"/>
          </a:p>
        </p:txBody>
      </p:sp>
    </p:spTree>
    <p:extLst>
      <p:ext uri="{BB962C8B-B14F-4D97-AF65-F5344CB8AC3E}">
        <p14:creationId xmlns:p14="http://schemas.microsoft.com/office/powerpoint/2010/main" val="3468433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01433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30"/>
              </a:lnSpc>
              <a:spcBef>
                <a:spcPct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a:t>单击此处添加标题</a:t>
            </a:r>
            <a:endParaRPr lang="en-US"/>
          </a:p>
        </p:txBody>
      </p:sp>
      <p:sp>
        <p:nvSpPr>
          <p:cNvPr id="5" name="Content Placeholder 2"/>
          <p:cNvSpPr>
            <a:spLocks noGrp="1"/>
          </p:cNvSpPr>
          <p:nvPr>
            <p:ph idx="12" hasCustomPrompt="1"/>
          </p:nvPr>
        </p:nvSpPr>
        <p:spPr>
          <a:xfrm>
            <a:off x="725738" y="1512876"/>
            <a:ext cx="10729365" cy="4690459"/>
          </a:xfrm>
          <a:prstGeom prst="rect">
            <a:avLst/>
          </a:prstGeom>
        </p:spPr>
        <p:txBody>
          <a:bodyPr lIns="0" tIns="0" rIns="0" bIns="0"/>
          <a:lstStyle>
            <a:lvl1pPr marL="179070" marR="0" indent="-168275" algn="l" defTabSz="1187450" rtl="0" eaLnBrk="1" fontAlgn="auto" latinLnBrk="0" hangingPunct="1">
              <a:lnSpc>
                <a:spcPct val="100000"/>
              </a:lnSpc>
              <a:spcBef>
                <a:spcPct val="0"/>
              </a:spcBef>
              <a:spcAft>
                <a:spcPts val="600"/>
              </a:spcAft>
              <a:buClr>
                <a:srgbClr val="000000"/>
              </a:buClr>
              <a:buSzTx/>
              <a:buFont typeface="Arial" panose="020B060402020202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930" marR="0" indent="-168275" algn="l" defTabSz="1187450" rtl="0" eaLnBrk="1" fontAlgn="auto" latinLnBrk="0" hangingPunct="1">
              <a:lnSpc>
                <a:spcPct val="100000"/>
              </a:lnSpc>
              <a:spcBef>
                <a:spcPct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7915" marR="0" indent="-168275" algn="l" defTabSz="1187450" rtl="0" eaLnBrk="1" fontAlgn="auto" latinLnBrk="0" hangingPunct="1">
              <a:lnSpc>
                <a:spcPct val="100000"/>
              </a:lnSpc>
              <a:spcBef>
                <a:spcPct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0815">
              <a:buFont typeface="Arial" panose="020B0604020202020204" pitchFamily="34" charset="0"/>
              <a:buChar char="•"/>
              <a:tabLst>
                <a:tab pos="1207770" algn="ctr"/>
              </a:tabLst>
              <a:defRPr sz="1300" baseline="0"/>
            </a:lvl4pPr>
            <a:lvl5pPr marL="525780" indent="-170815">
              <a:buFont typeface="Arial" panose="020B0604020202020204" pitchFamily="34" charset="0"/>
              <a:buChar char="•"/>
              <a:tabLst>
                <a:tab pos="1207770" algn="ctr"/>
              </a:tabLst>
              <a:defRPr sz="1300" baseline="0"/>
            </a:lvl5pPr>
          </a:lstStyle>
          <a:p>
            <a:pPr lvl="0"/>
            <a:r>
              <a:rPr lang="zh-CN" altLang="en-US"/>
              <a:t>单击此处添加文本</a:t>
            </a:r>
            <a:endParaRPr lang="en-US"/>
          </a:p>
          <a:p>
            <a:pPr marL="328930" marR="0" lvl="1" indent="-168275" algn="l" defTabSz="1187450" rtl="0" eaLnBrk="1" fontAlgn="auto" latinLnBrk="0" hangingPunct="1">
              <a:lnSpc>
                <a:spcPct val="100000"/>
              </a:lnSpc>
              <a:spcBef>
                <a:spcPct val="0"/>
              </a:spcBef>
              <a:spcAft>
                <a:spcPts val="600"/>
              </a:spcAft>
              <a:buClr>
                <a:schemeClr val="tx1"/>
              </a:buClr>
              <a:buSzTx/>
              <a:buFont typeface="Arial" panose="020B0604020202020204" pitchFamily="34" charset="0"/>
              <a:buChar char="•"/>
              <a:tabLst>
                <a:tab pos="1207135" algn="ctr"/>
              </a:tabLst>
              <a:defRPr/>
            </a:pPr>
            <a:r>
              <a:rPr lang="zh-CN" altLang="en-US"/>
              <a:t>单击此处添加文本</a:t>
            </a:r>
            <a:endParaRPr lang="en-US"/>
          </a:p>
          <a:p>
            <a:pPr marL="1097915" marR="0" lvl="2" indent="-168275" algn="l" defTabSz="1187450" rtl="0" eaLnBrk="1" fontAlgn="auto" latinLnBrk="0" hangingPunct="1">
              <a:lnSpc>
                <a:spcPct val="100000"/>
              </a:lnSpc>
              <a:spcBef>
                <a:spcPct val="0"/>
              </a:spcBef>
              <a:spcAft>
                <a:spcPts val="600"/>
              </a:spcAft>
              <a:buClr>
                <a:schemeClr val="tx1"/>
              </a:buClr>
              <a:buSzTx/>
              <a:buFont typeface="Arial" panose="020B0604020202020204" pitchFamily="34" charset="0"/>
              <a:buChar char="•"/>
              <a:tabLst>
                <a:tab pos="1207135" algn="ctr"/>
              </a:tabLst>
              <a:defRPr/>
            </a:pPr>
            <a:r>
              <a:rPr lang="zh-CN" altLang="en-US"/>
              <a:t>单击此处添加文本</a:t>
            </a:r>
            <a:endParaRPr lang="en-US"/>
          </a:p>
          <a:p>
            <a:pPr marL="1097915" marR="0" lvl="2" indent="-168275" algn="l" defTabSz="1187450" rtl="0" eaLnBrk="1" fontAlgn="auto" latinLnBrk="0" hangingPunct="1">
              <a:lnSpc>
                <a:spcPct val="100000"/>
              </a:lnSpc>
              <a:spcBef>
                <a:spcPct val="0"/>
              </a:spcBef>
              <a:spcAft>
                <a:spcPts val="600"/>
              </a:spcAft>
              <a:buClr>
                <a:schemeClr val="tx1"/>
              </a:buClr>
              <a:buSzTx/>
              <a:buFont typeface="Arial" panose="020B0604020202020204" pitchFamily="34" charset="0"/>
              <a:buChar char="•"/>
              <a:tabLst>
                <a:tab pos="1207135" algn="ctr"/>
              </a:tabLst>
              <a:defRPr/>
            </a:pPr>
            <a:endParaRPr lang="en-US" altLang="zh-CN"/>
          </a:p>
        </p:txBody>
      </p:sp>
    </p:spTree>
    <p:extLst>
      <p:ext uri="{BB962C8B-B14F-4D97-AF65-F5344CB8AC3E}">
        <p14:creationId xmlns:p14="http://schemas.microsoft.com/office/powerpoint/2010/main" val="1108786559"/>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E:\01 日常工作\10 多媒体\PPT内部汇报用模板\PPT封面03副本.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p:spPr>
      </p:pic>
      <p:sp>
        <p:nvSpPr>
          <p:cNvPr id="6" name="Rectangle 8"/>
          <p:cNvSpPr>
            <a:spLocks noGrp="1" noChangeArrowheads="1"/>
          </p:cNvSpPr>
          <p:nvPr>
            <p:ph type="title" hasCustomPrompt="1"/>
          </p:nvPr>
        </p:nvSpPr>
        <p:spPr bwMode="auto">
          <a:xfrm>
            <a:off x="877325" y="2117254"/>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800">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69" y="1176276"/>
            <a:ext cx="3679469" cy="307777"/>
          </a:xfrm>
          <a:prstGeom prst="rect">
            <a:avLst/>
          </a:prstGeom>
          <a:noFill/>
        </p:spPr>
        <p:txBody>
          <a:bodyPr wrap="none" lIns="0" rIns="0" rtlCol="0">
            <a:spAutoFit/>
          </a:bodyPr>
          <a:lstStyle/>
          <a:p>
            <a:pPr algn="l"/>
            <a:r>
              <a:rPr lang="en-US" sz="1400" b="1" dirty="0"/>
              <a:t>HUAWEI   </a:t>
            </a:r>
            <a:r>
              <a:rPr lang="en-US" sz="1400" b="1" dirty="0">
                <a:solidFill>
                  <a:srgbClr val="6A6A6A"/>
                </a:solidFill>
              </a:rPr>
              <a:t>|</a:t>
            </a:r>
            <a:r>
              <a:rPr lang="en-US" sz="1400" b="1" dirty="0"/>
              <a:t>   </a:t>
            </a:r>
            <a:r>
              <a:rPr lang="en-US" sz="1400" b="1" dirty="0">
                <a:solidFill>
                  <a:srgbClr val="6A6A6A"/>
                </a:solidFill>
              </a:rPr>
              <a:t>IRELAND</a:t>
            </a:r>
            <a:r>
              <a:rPr lang="en-US" sz="1400" b="1" dirty="0"/>
              <a:t> </a:t>
            </a:r>
            <a:r>
              <a:rPr lang="en-US" sz="1400" b="1" dirty="0">
                <a:solidFill>
                  <a:schemeClr val="accent2"/>
                </a:solidFill>
              </a:rPr>
              <a:t>RESEARCH</a:t>
            </a:r>
            <a:r>
              <a:rPr lang="en-US" sz="1400" b="1" dirty="0"/>
              <a:t> </a:t>
            </a:r>
            <a:r>
              <a:rPr lang="en-US" sz="1400" b="1" dirty="0">
                <a:solidFill>
                  <a:srgbClr val="6A6A6A"/>
                </a:solidFill>
              </a:rPr>
              <a:t>CENTER, </a:t>
            </a:r>
            <a:r>
              <a:rPr lang="en-US" sz="1400" b="1" dirty="0">
                <a:solidFill>
                  <a:schemeClr val="accent2"/>
                </a:solidFill>
              </a:rPr>
              <a:t>SNI Lab</a:t>
            </a:r>
          </a:p>
        </p:txBody>
      </p:sp>
      <p:sp>
        <p:nvSpPr>
          <p:cNvPr id="11" name="TextBox 10"/>
          <p:cNvSpPr txBox="1"/>
          <p:nvPr userDrawn="1"/>
        </p:nvSpPr>
        <p:spPr>
          <a:xfrm>
            <a:off x="873569" y="6248500"/>
            <a:ext cx="1771319" cy="15388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
        <p:nvSpPr>
          <p:cNvPr id="20" name="Text Placeholder 19"/>
          <p:cNvSpPr>
            <a:spLocks noGrp="1"/>
          </p:cNvSpPr>
          <p:nvPr>
            <p:ph type="body" sz="quarter" idx="10" hasCustomPrompt="1"/>
          </p:nvPr>
        </p:nvSpPr>
        <p:spPr>
          <a:xfrm>
            <a:off x="873570" y="3927819"/>
            <a:ext cx="6750049" cy="533400"/>
          </a:xfrm>
          <a:prstGeom prst="rect">
            <a:avLst/>
          </a:prstGeom>
        </p:spPr>
        <p:txBody>
          <a:bodyPr lIns="0" rIns="0"/>
          <a:lstStyle>
            <a:lvl1pPr marL="0" indent="0">
              <a:buNone/>
              <a:defRPr sz="1800"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69" y="2890978"/>
            <a:ext cx="10626453" cy="639233"/>
          </a:xfrm>
          <a:prstGeom prst="rect">
            <a:avLst/>
          </a:prstGeom>
        </p:spPr>
        <p:txBody>
          <a:bodyPr lIns="0" tIns="0" rIns="0" bIns="0" anchor="ctr"/>
          <a:lstStyle>
            <a:lvl1pPr marL="0" indent="0">
              <a:buNone/>
              <a:defRPr sz="2400" b="0">
                <a:solidFill>
                  <a:schemeClr val="bg1"/>
                </a:solidFill>
                <a:latin typeface="Arial" panose="020B0604020202020204" pitchFamily="34" charset="0"/>
                <a:cs typeface="Arial" panose="020B0604020202020204" pitchFamily="34" charset="0"/>
              </a:defRPr>
            </a:lvl1pPr>
            <a:lvl2pPr marL="609585" indent="0">
              <a:buNone/>
              <a:defRPr sz="3200">
                <a:solidFill>
                  <a:schemeClr val="bg1"/>
                </a:solidFill>
              </a:defRPr>
            </a:lvl2pPr>
            <a:lvl3pPr marL="1219170" indent="0">
              <a:buNone/>
              <a:defRPr sz="3200">
                <a:solidFill>
                  <a:schemeClr val="bg1"/>
                </a:solidFill>
              </a:defRPr>
            </a:lvl3pPr>
            <a:lvl4pPr marL="1828754" indent="0">
              <a:buNone/>
              <a:defRPr sz="3200">
                <a:solidFill>
                  <a:schemeClr val="bg1"/>
                </a:solidFill>
              </a:defRPr>
            </a:lvl4pPr>
            <a:lvl5pPr marL="2438339" indent="0">
              <a:buNone/>
              <a:defRPr sz="3200">
                <a:solidFill>
                  <a:schemeClr val="bg1"/>
                </a:solidFill>
              </a:defRPr>
            </a:lvl5pPr>
          </a:lstStyle>
          <a:p>
            <a:pPr lvl="0"/>
            <a:r>
              <a:rPr lang="en-US" dirty="0"/>
              <a:t>Click to edit subtitle</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Tree>
    <p:extLst>
      <p:ext uri="{BB962C8B-B14F-4D97-AF65-F5344CB8AC3E}">
        <p14:creationId xmlns:p14="http://schemas.microsoft.com/office/powerpoint/2010/main" val="24860773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Blank) 1">
    <p:spTree>
      <p:nvGrpSpPr>
        <p:cNvPr id="1" name=""/>
        <p:cNvGrpSpPr/>
        <p:nvPr/>
      </p:nvGrpSpPr>
      <p:grpSpPr>
        <a:xfrm>
          <a:off x="0" y="0"/>
          <a:ext cx="0" cy="0"/>
          <a:chOff x="0" y="0"/>
          <a:chExt cx="0" cy="0"/>
        </a:xfrm>
      </p:grpSpPr>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800" b="0" i="0" u="none" strike="noStrike" cap="none" normalizeH="0" baseline="0">
              <a:ln>
                <a:noFill/>
              </a:ln>
              <a:solidFill>
                <a:schemeClr val="bg1"/>
              </a:solidFill>
              <a:effectLst/>
              <a:latin typeface="Arial" charset="0"/>
              <a:ea typeface="宋体" charset="-122"/>
            </a:endParaRPr>
          </a:p>
        </p:txBody>
      </p:sp>
      <p:sp>
        <p:nvSpPr>
          <p:cNvPr id="6" name="Rectangle 8"/>
          <p:cNvSpPr>
            <a:spLocks noGrp="1" noChangeArrowheads="1"/>
          </p:cNvSpPr>
          <p:nvPr>
            <p:ph type="title" hasCustomPrompt="1"/>
          </p:nvPr>
        </p:nvSpPr>
        <p:spPr bwMode="auto">
          <a:xfrm>
            <a:off x="877325" y="2117254"/>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800">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69" y="1176276"/>
            <a:ext cx="3679469" cy="307777"/>
          </a:xfrm>
          <a:prstGeom prst="rect">
            <a:avLst/>
          </a:prstGeom>
          <a:noFill/>
        </p:spPr>
        <p:txBody>
          <a:bodyPr wrap="none" lIns="0" rIns="0" rtlCol="0">
            <a:spAutoFit/>
          </a:bodyPr>
          <a:lstStyle/>
          <a:p>
            <a:pPr algn="l"/>
            <a:r>
              <a:rPr lang="en-US" sz="1400" b="1" dirty="0"/>
              <a:t>HUAWEI   </a:t>
            </a:r>
            <a:r>
              <a:rPr lang="en-US" sz="1400" b="1" dirty="0">
                <a:solidFill>
                  <a:srgbClr val="6A6A6A"/>
                </a:solidFill>
              </a:rPr>
              <a:t>|</a:t>
            </a:r>
            <a:r>
              <a:rPr lang="en-US" sz="1400" b="1" dirty="0"/>
              <a:t>   </a:t>
            </a:r>
            <a:r>
              <a:rPr lang="en-US" sz="1400" b="1" dirty="0">
                <a:solidFill>
                  <a:srgbClr val="6A6A6A"/>
                </a:solidFill>
              </a:rPr>
              <a:t>IRELAND</a:t>
            </a:r>
            <a:r>
              <a:rPr lang="en-US" sz="1400" b="1" dirty="0"/>
              <a:t> </a:t>
            </a:r>
            <a:r>
              <a:rPr lang="en-US" sz="1400" b="1" dirty="0">
                <a:solidFill>
                  <a:schemeClr val="accent2"/>
                </a:solidFill>
              </a:rPr>
              <a:t>RESEARCH</a:t>
            </a:r>
            <a:r>
              <a:rPr lang="en-US" sz="1400" b="1" dirty="0"/>
              <a:t> </a:t>
            </a:r>
            <a:r>
              <a:rPr lang="en-US" sz="1400" b="1" dirty="0">
                <a:solidFill>
                  <a:srgbClr val="6A6A6A"/>
                </a:solidFill>
              </a:rPr>
              <a:t>CENTER, </a:t>
            </a:r>
            <a:r>
              <a:rPr lang="en-US" sz="1400" b="1" dirty="0">
                <a:solidFill>
                  <a:schemeClr val="accent2"/>
                </a:solidFill>
              </a:rPr>
              <a:t>SNI Lab</a:t>
            </a:r>
          </a:p>
        </p:txBody>
      </p:sp>
      <p:sp>
        <p:nvSpPr>
          <p:cNvPr id="20" name="Text Placeholder 19"/>
          <p:cNvSpPr>
            <a:spLocks noGrp="1"/>
          </p:cNvSpPr>
          <p:nvPr>
            <p:ph type="body" sz="quarter" idx="10" hasCustomPrompt="1"/>
          </p:nvPr>
        </p:nvSpPr>
        <p:spPr>
          <a:xfrm>
            <a:off x="873570" y="3927819"/>
            <a:ext cx="6750049" cy="533400"/>
          </a:xfrm>
          <a:prstGeom prst="rect">
            <a:avLst/>
          </a:prstGeom>
        </p:spPr>
        <p:txBody>
          <a:bodyPr lIns="0" rIns="0"/>
          <a:lstStyle>
            <a:lvl1pPr marL="0" indent="0">
              <a:buNone/>
              <a:defRPr sz="1800"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69" y="2890978"/>
            <a:ext cx="10626453" cy="639233"/>
          </a:xfrm>
          <a:prstGeom prst="rect">
            <a:avLst/>
          </a:prstGeom>
        </p:spPr>
        <p:txBody>
          <a:bodyPr lIns="0" tIns="0" rIns="0" bIns="0" anchor="ctr"/>
          <a:lstStyle>
            <a:lvl1pPr marL="0" indent="0">
              <a:buNone/>
              <a:defRPr sz="2400" b="0">
                <a:solidFill>
                  <a:schemeClr val="bg1"/>
                </a:solidFill>
                <a:latin typeface="Arial" panose="020B0604020202020204" pitchFamily="34" charset="0"/>
                <a:cs typeface="Arial" panose="020B0604020202020204" pitchFamily="34" charset="0"/>
              </a:defRPr>
            </a:lvl1pPr>
            <a:lvl2pPr marL="609585" indent="0">
              <a:buNone/>
              <a:defRPr sz="3200">
                <a:solidFill>
                  <a:schemeClr val="bg1"/>
                </a:solidFill>
              </a:defRPr>
            </a:lvl2pPr>
            <a:lvl3pPr marL="1219170" indent="0">
              <a:buNone/>
              <a:defRPr sz="3200">
                <a:solidFill>
                  <a:schemeClr val="bg1"/>
                </a:solidFill>
              </a:defRPr>
            </a:lvl3pPr>
            <a:lvl4pPr marL="1828754" indent="0">
              <a:buNone/>
              <a:defRPr sz="3200">
                <a:solidFill>
                  <a:schemeClr val="bg1"/>
                </a:solidFill>
              </a:defRPr>
            </a:lvl4pPr>
            <a:lvl5pPr marL="2438339" indent="0">
              <a:buNone/>
              <a:defRPr sz="3200">
                <a:solidFill>
                  <a:schemeClr val="bg1"/>
                </a:solidFill>
              </a:defRPr>
            </a:lvl5pPr>
          </a:lstStyle>
          <a:p>
            <a:pPr lvl="0"/>
            <a:r>
              <a:rPr lang="en-US" dirty="0"/>
              <a:t>Click to edit subtitle</a:t>
            </a:r>
          </a:p>
        </p:txBody>
      </p:sp>
      <p:sp>
        <p:nvSpPr>
          <p:cNvPr id="13" name="Rectangle 12"/>
          <p:cNvSpPr/>
          <p:nvPr userDrawn="1"/>
        </p:nvSpPr>
        <p:spPr bwMode="auto">
          <a:xfrm>
            <a:off x="0" y="5366"/>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800" b="0" i="0" u="none" strike="noStrike" cap="none" normalizeH="0" baseline="0">
              <a:ln>
                <a:noFill/>
              </a:ln>
              <a:solidFill>
                <a:schemeClr val="bg1"/>
              </a:solidFill>
              <a:effectLst/>
              <a:latin typeface="Arial" charset="0"/>
              <a:ea typeface="宋体" charset="-122"/>
            </a:endParaRP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272809"/>
            <a:ext cx="1378226" cy="1378226"/>
          </a:xfrm>
          <a:prstGeom prst="rect">
            <a:avLst/>
          </a:prstGeom>
        </p:spPr>
      </p:pic>
      <p:sp>
        <p:nvSpPr>
          <p:cNvPr id="10" name="TextBox 9"/>
          <p:cNvSpPr txBox="1"/>
          <p:nvPr userDrawn="1"/>
        </p:nvSpPr>
        <p:spPr>
          <a:xfrm>
            <a:off x="873569" y="6248500"/>
            <a:ext cx="1771319" cy="15388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Tree>
    <p:extLst>
      <p:ext uri="{BB962C8B-B14F-4D97-AF65-F5344CB8AC3E}">
        <p14:creationId xmlns:p14="http://schemas.microsoft.com/office/powerpoint/2010/main" val="25883650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Blank) 2">
    <p:spTree>
      <p:nvGrpSpPr>
        <p:cNvPr id="1" name=""/>
        <p:cNvGrpSpPr/>
        <p:nvPr/>
      </p:nvGrpSpPr>
      <p:grpSpPr>
        <a:xfrm>
          <a:off x="0" y="0"/>
          <a:ext cx="0" cy="0"/>
          <a:chOff x="0" y="0"/>
          <a:chExt cx="0" cy="0"/>
        </a:xfrm>
      </p:grpSpPr>
      <p:sp>
        <p:nvSpPr>
          <p:cNvPr id="13" name="Rectangle 12"/>
          <p:cNvSpPr/>
          <p:nvPr userDrawn="1"/>
        </p:nvSpPr>
        <p:spPr bwMode="auto">
          <a:xfrm>
            <a:off x="0" y="5366"/>
            <a:ext cx="12192000" cy="96315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800" b="0" i="0" u="none" strike="noStrike" cap="none" normalizeH="0" baseline="0">
              <a:ln>
                <a:noFill/>
              </a:ln>
              <a:solidFill>
                <a:schemeClr val="bg1"/>
              </a:solidFill>
              <a:effectLst/>
              <a:latin typeface="Arial" charset="0"/>
              <a:ea typeface="宋体" charset="-122"/>
            </a:endParaRPr>
          </a:p>
        </p:txBody>
      </p:sp>
      <p:sp>
        <p:nvSpPr>
          <p:cNvPr id="2" name="Rectangle 1"/>
          <p:cNvSpPr/>
          <p:nvPr userDrawn="1"/>
        </p:nvSpPr>
        <p:spPr bwMode="auto">
          <a:xfrm>
            <a:off x="0" y="6007100"/>
            <a:ext cx="12192000" cy="8509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1800" b="0" i="0" u="none" strike="noStrike" cap="none" normalizeH="0" baseline="0">
              <a:ln>
                <a:noFill/>
              </a:ln>
              <a:solidFill>
                <a:schemeClr val="bg1"/>
              </a:solidFill>
              <a:effectLst/>
              <a:latin typeface="Arial" charset="0"/>
              <a:ea typeface="宋体" charset="-122"/>
            </a:endParaRPr>
          </a:p>
        </p:txBody>
      </p:sp>
      <p:sp>
        <p:nvSpPr>
          <p:cNvPr id="6" name="Rectangle 8"/>
          <p:cNvSpPr>
            <a:spLocks noGrp="1" noChangeArrowheads="1"/>
          </p:cNvSpPr>
          <p:nvPr>
            <p:ph type="title" hasCustomPrompt="1"/>
          </p:nvPr>
        </p:nvSpPr>
        <p:spPr bwMode="auto">
          <a:xfrm>
            <a:off x="877325" y="2117254"/>
            <a:ext cx="10622697" cy="76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prstTxWarp prst="textNoShape">
              <a:avLst/>
            </a:prstTxWarp>
            <a:spAutoFit/>
          </a:bodyPr>
          <a:lstStyle>
            <a:lvl1pPr algn="l">
              <a:defRPr sz="3800">
                <a:solidFill>
                  <a:schemeClr val="bg1"/>
                </a:solidFill>
                <a:latin typeface="Arial" panose="020B0604020202020204" pitchFamily="34" charset="0"/>
                <a:cs typeface="Arial" panose="020B0604020202020204" pitchFamily="34" charset="0"/>
              </a:defRPr>
            </a:lvl1pPr>
          </a:lstStyle>
          <a:p>
            <a:pPr lvl="0"/>
            <a:r>
              <a:rPr lang="en-US" altLang="zh-CN" dirty="0"/>
              <a:t>Click to edit title</a:t>
            </a:r>
            <a:endParaRPr lang="zh-CN" altLang="en-US" dirty="0"/>
          </a:p>
        </p:txBody>
      </p:sp>
      <p:sp>
        <p:nvSpPr>
          <p:cNvPr id="9" name="TextBox 8"/>
          <p:cNvSpPr txBox="1"/>
          <p:nvPr userDrawn="1"/>
        </p:nvSpPr>
        <p:spPr>
          <a:xfrm>
            <a:off x="873569" y="1176276"/>
            <a:ext cx="3679469" cy="307777"/>
          </a:xfrm>
          <a:prstGeom prst="rect">
            <a:avLst/>
          </a:prstGeom>
          <a:noFill/>
        </p:spPr>
        <p:txBody>
          <a:bodyPr wrap="none" lIns="0" rIns="0" rtlCol="0">
            <a:spAutoFit/>
          </a:bodyPr>
          <a:lstStyle/>
          <a:p>
            <a:pPr algn="l"/>
            <a:r>
              <a:rPr lang="en-US" sz="1400" b="1" dirty="0"/>
              <a:t>HUAWEI   </a:t>
            </a:r>
            <a:r>
              <a:rPr lang="en-US" sz="1400" b="1" dirty="0">
                <a:solidFill>
                  <a:srgbClr val="6A6A6A"/>
                </a:solidFill>
              </a:rPr>
              <a:t>|</a:t>
            </a:r>
            <a:r>
              <a:rPr lang="en-US" sz="1400" b="1" dirty="0"/>
              <a:t>   </a:t>
            </a:r>
            <a:r>
              <a:rPr lang="en-US" sz="1400" b="1" dirty="0">
                <a:solidFill>
                  <a:srgbClr val="6A6A6A"/>
                </a:solidFill>
              </a:rPr>
              <a:t>IRELAND</a:t>
            </a:r>
            <a:r>
              <a:rPr lang="en-US" sz="1400" b="1" dirty="0"/>
              <a:t> </a:t>
            </a:r>
            <a:r>
              <a:rPr lang="en-US" sz="1400" b="1" dirty="0">
                <a:solidFill>
                  <a:schemeClr val="accent2"/>
                </a:solidFill>
              </a:rPr>
              <a:t>RESEARCH</a:t>
            </a:r>
            <a:r>
              <a:rPr lang="en-US" sz="1400" b="1" dirty="0"/>
              <a:t> </a:t>
            </a:r>
            <a:r>
              <a:rPr lang="en-US" sz="1400" b="1" dirty="0">
                <a:solidFill>
                  <a:srgbClr val="6A6A6A"/>
                </a:solidFill>
              </a:rPr>
              <a:t>CENTER, </a:t>
            </a:r>
            <a:r>
              <a:rPr lang="en-US" sz="1400" b="1" dirty="0">
                <a:solidFill>
                  <a:schemeClr val="accent2"/>
                </a:solidFill>
              </a:rPr>
              <a:t>SNI Lab</a:t>
            </a:r>
          </a:p>
        </p:txBody>
      </p:sp>
      <p:sp>
        <p:nvSpPr>
          <p:cNvPr id="20" name="Text Placeholder 19"/>
          <p:cNvSpPr>
            <a:spLocks noGrp="1"/>
          </p:cNvSpPr>
          <p:nvPr>
            <p:ph type="body" sz="quarter" idx="10" hasCustomPrompt="1"/>
          </p:nvPr>
        </p:nvSpPr>
        <p:spPr>
          <a:xfrm>
            <a:off x="873570" y="3927819"/>
            <a:ext cx="6750049" cy="533400"/>
          </a:xfrm>
          <a:prstGeom prst="rect">
            <a:avLst/>
          </a:prstGeom>
        </p:spPr>
        <p:txBody>
          <a:bodyPr lIns="0" rIns="0"/>
          <a:lstStyle>
            <a:lvl1pPr marL="0" indent="0">
              <a:buNone/>
              <a:defRPr sz="1800" b="0">
                <a:solidFill>
                  <a:schemeClr val="bg1"/>
                </a:solidFill>
                <a:latin typeface="Arial" panose="020B0604020202020204" pitchFamily="34" charset="0"/>
                <a:cs typeface="Arial" panose="020B0604020202020204" pitchFamily="34" charset="0"/>
              </a:defRPr>
            </a:lvl1pPr>
          </a:lstStyle>
          <a:p>
            <a:pPr lvl="0"/>
            <a:r>
              <a:rPr lang="en-US" dirty="0"/>
              <a:t>Click to edit author</a:t>
            </a:r>
          </a:p>
        </p:txBody>
      </p:sp>
      <p:sp>
        <p:nvSpPr>
          <p:cNvPr id="4" name="Text Placeholder 3"/>
          <p:cNvSpPr>
            <a:spLocks noGrp="1"/>
          </p:cNvSpPr>
          <p:nvPr>
            <p:ph type="body" sz="quarter" idx="11" hasCustomPrompt="1"/>
          </p:nvPr>
        </p:nvSpPr>
        <p:spPr>
          <a:xfrm>
            <a:off x="873569" y="2890978"/>
            <a:ext cx="10626453" cy="639233"/>
          </a:xfrm>
          <a:prstGeom prst="rect">
            <a:avLst/>
          </a:prstGeom>
        </p:spPr>
        <p:txBody>
          <a:bodyPr lIns="0" tIns="0" rIns="0" bIns="0" anchor="ctr"/>
          <a:lstStyle>
            <a:lvl1pPr marL="0" indent="0">
              <a:buNone/>
              <a:defRPr sz="2400" b="0">
                <a:solidFill>
                  <a:schemeClr val="bg1"/>
                </a:solidFill>
                <a:latin typeface="Arial" panose="020B0604020202020204" pitchFamily="34" charset="0"/>
                <a:cs typeface="Arial" panose="020B0604020202020204" pitchFamily="34" charset="0"/>
              </a:defRPr>
            </a:lvl1pPr>
            <a:lvl2pPr marL="609585" indent="0">
              <a:buNone/>
              <a:defRPr sz="3200">
                <a:solidFill>
                  <a:schemeClr val="bg1"/>
                </a:solidFill>
              </a:defRPr>
            </a:lvl2pPr>
            <a:lvl3pPr marL="1219170" indent="0">
              <a:buNone/>
              <a:defRPr sz="3200">
                <a:solidFill>
                  <a:schemeClr val="bg1"/>
                </a:solidFill>
              </a:defRPr>
            </a:lvl3pPr>
            <a:lvl4pPr marL="1828754" indent="0">
              <a:buNone/>
              <a:defRPr sz="3200">
                <a:solidFill>
                  <a:schemeClr val="bg1"/>
                </a:solidFill>
              </a:defRPr>
            </a:lvl4pPr>
            <a:lvl5pPr marL="2438339" indent="0">
              <a:buNone/>
              <a:defRPr sz="3200">
                <a:solidFill>
                  <a:schemeClr val="bg1"/>
                </a:solidFill>
              </a:defRPr>
            </a:lvl5pPr>
          </a:lstStyle>
          <a:p>
            <a:pPr lvl="0"/>
            <a:r>
              <a:rPr lang="en-US" dirty="0"/>
              <a:t>Click to edit subtitle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94674" y="-59580"/>
            <a:ext cx="1378226" cy="1378226"/>
          </a:xfrm>
          <a:prstGeom prst="rect">
            <a:avLst/>
          </a:prstGeom>
        </p:spPr>
      </p:pic>
      <p:sp>
        <p:nvSpPr>
          <p:cNvPr id="12" name="TextBox 11"/>
          <p:cNvSpPr txBox="1"/>
          <p:nvPr userDrawn="1"/>
        </p:nvSpPr>
        <p:spPr>
          <a:xfrm>
            <a:off x="873569" y="6248500"/>
            <a:ext cx="1771319" cy="15388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000" b="0" kern="1200" dirty="0">
                <a:solidFill>
                  <a:schemeClr val="bg1">
                    <a:lumMod val="75000"/>
                  </a:schemeClr>
                </a:solidFill>
                <a:latin typeface="Arial" panose="020B0604020202020204" pitchFamily="34" charset="0"/>
                <a:ea typeface="宋体" pitchFamily="2" charset="-122"/>
                <a:cs typeface="Arial" panose="020B0604020202020204" pitchFamily="34" charset="0"/>
              </a:rPr>
              <a:t>Huawei Technologies Co., Ltd. </a:t>
            </a:r>
            <a:endParaRPr lang="en-US" sz="1000" b="0" kern="1200" noProof="0" dirty="0">
              <a:solidFill>
                <a:schemeClr val="bg1">
                  <a:lumMod val="75000"/>
                </a:schemeClr>
              </a:solidFill>
              <a:latin typeface="Arial" panose="020B0604020202020204" pitchFamily="34" charset="0"/>
              <a:ea typeface="宋体" pitchFamily="2" charset="-122"/>
              <a:cs typeface="Arial" panose="020B0604020202020204" pitchFamily="34" charset="0"/>
            </a:endParaRPr>
          </a:p>
        </p:txBody>
      </p:sp>
    </p:spTree>
    <p:extLst>
      <p:ext uri="{BB962C8B-B14F-4D97-AF65-F5344CB8AC3E}">
        <p14:creationId xmlns:p14="http://schemas.microsoft.com/office/powerpoint/2010/main" val="38306948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7534" y="449284"/>
            <a:ext cx="10176933" cy="871537"/>
          </a:xfrm>
          <a:prstGeom prst="rect">
            <a:avLst/>
          </a:prstGeom>
        </p:spPr>
        <p:txBody>
          <a:bodyPr/>
          <a:lstStyle>
            <a:lvl1pPr>
              <a:defRPr sz="2400">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
        <p:nvSpPr>
          <p:cNvPr id="4" name="Content Placeholder 3"/>
          <p:cNvSpPr>
            <a:spLocks noGrp="1"/>
          </p:cNvSpPr>
          <p:nvPr>
            <p:ph sz="quarter" idx="10" hasCustomPrompt="1"/>
          </p:nvPr>
        </p:nvSpPr>
        <p:spPr>
          <a:xfrm>
            <a:off x="1018784" y="1628384"/>
            <a:ext cx="5040000" cy="4584744"/>
          </a:xfrm>
          <a:prstGeom prst="rect">
            <a:avLst/>
          </a:prstGeom>
        </p:spPr>
        <p:txBody>
          <a:bodyPr/>
          <a:lstStyle>
            <a:lvl1pPr>
              <a:buClr>
                <a:schemeClr val="tx1"/>
              </a:buClr>
              <a:defRPr sz="2000">
                <a:solidFill>
                  <a:schemeClr val="tx1">
                    <a:lumMod val="95000"/>
                    <a:lumOff val="5000"/>
                  </a:schemeClr>
                </a:solidFill>
                <a:latin typeface="Arial" panose="020B0604020202020204" pitchFamily="34" charset="0"/>
                <a:cs typeface="Arial" panose="020B0604020202020204" pitchFamily="34" charset="0"/>
              </a:defRPr>
            </a:lvl1pPr>
            <a:lvl2pPr marL="990575" indent="-380990">
              <a:buClr>
                <a:schemeClr val="tx1"/>
              </a:buClr>
              <a:buSzPct val="100000"/>
              <a:buFont typeface="Wingdings" charset="2"/>
              <a:buChar char="§"/>
              <a:defRPr sz="2000">
                <a:solidFill>
                  <a:schemeClr val="tx1">
                    <a:lumMod val="95000"/>
                    <a:lumOff val="5000"/>
                  </a:schemeClr>
                </a:solidFill>
                <a:latin typeface="Arial" panose="020B0604020202020204" pitchFamily="34" charset="0"/>
                <a:cs typeface="Arial" panose="020B0604020202020204" pitchFamily="34" charset="0"/>
              </a:defRPr>
            </a:lvl2pPr>
            <a:lvl3pPr marL="1523962" indent="-304792">
              <a:buClr>
                <a:schemeClr val="tx1"/>
              </a:buClr>
              <a:buSzPct val="100000"/>
              <a:buFont typeface="Arial" charset="0"/>
              <a:buChar char="•"/>
              <a:defRPr sz="2000">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quarter" idx="11" hasCustomPrompt="1"/>
          </p:nvPr>
        </p:nvSpPr>
        <p:spPr>
          <a:xfrm>
            <a:off x="6144467" y="1628384"/>
            <a:ext cx="5040000" cy="4584744"/>
          </a:xfrm>
          <a:prstGeom prst="rect">
            <a:avLst/>
          </a:prstGeom>
        </p:spPr>
        <p:txBody>
          <a:bodyPr/>
          <a:lstStyle>
            <a:lvl1pPr>
              <a:buClr>
                <a:schemeClr val="tx1"/>
              </a:buClr>
              <a:defRPr sz="2000">
                <a:solidFill>
                  <a:schemeClr val="tx1">
                    <a:lumMod val="95000"/>
                    <a:lumOff val="5000"/>
                  </a:schemeClr>
                </a:solidFill>
                <a:latin typeface="Arial" panose="020B0604020202020204" pitchFamily="34" charset="0"/>
                <a:cs typeface="Arial" panose="020B0604020202020204" pitchFamily="34" charset="0"/>
              </a:defRPr>
            </a:lvl1pPr>
            <a:lvl2pPr marL="990575" indent="-380990">
              <a:buClr>
                <a:schemeClr val="tx1"/>
              </a:buClr>
              <a:buSzPct val="100000"/>
              <a:buFont typeface="Wingdings" charset="2"/>
              <a:buChar char="§"/>
              <a:defRPr sz="2000">
                <a:solidFill>
                  <a:schemeClr val="tx1">
                    <a:lumMod val="95000"/>
                    <a:lumOff val="5000"/>
                  </a:schemeClr>
                </a:solidFill>
                <a:latin typeface="Arial" panose="020B0604020202020204" pitchFamily="34" charset="0"/>
                <a:cs typeface="Arial" panose="020B0604020202020204" pitchFamily="34" charset="0"/>
              </a:defRPr>
            </a:lvl2pPr>
            <a:lvl3pPr marL="1523962" indent="-304792">
              <a:buClr>
                <a:schemeClr val="tx1"/>
              </a:buClr>
              <a:buSzPct val="100000"/>
              <a:buFont typeface="Arial" charset="0"/>
              <a:buChar char="•"/>
              <a:defRPr sz="2000">
                <a:solidFill>
                  <a:schemeClr val="tx1">
                    <a:lumMod val="95000"/>
                    <a:lumOff val="5000"/>
                  </a:schemeClr>
                </a:solidFill>
                <a:latin typeface="Arial" panose="020B0604020202020204" pitchFamily="34" charset="0"/>
                <a:cs typeface="Arial" panose="020B0604020202020204" pitchFamily="34" charset="0"/>
              </a:defRPr>
            </a:lvl3pPr>
            <a:lvl4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4pPr>
            <a:lvl5pPr>
              <a:buClr>
                <a:schemeClr val="tx1"/>
              </a:buClr>
              <a:defRPr sz="1600">
                <a:solidFill>
                  <a:schemeClr val="tx1">
                    <a:lumMod val="95000"/>
                    <a:lumOff val="5000"/>
                  </a:schemeClr>
                </a:solidFill>
                <a:latin typeface="Arial" panose="020B0604020202020204" pitchFamily="34" charset="0"/>
                <a:cs typeface="Arial" panose="020B0604020202020204" pitchFamily="34" charset="0"/>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00696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07534" y="449284"/>
            <a:ext cx="10176933" cy="871537"/>
          </a:xfrm>
          <a:prstGeom prst="rect">
            <a:avLst/>
          </a:prstGeom>
        </p:spPr>
        <p:txBody>
          <a:bodyPr/>
          <a:lstStyle>
            <a:lvl1pPr>
              <a:defRPr sz="2400" baseline="0">
                <a:solidFill>
                  <a:srgbClr val="CC0000"/>
                </a:solidFill>
                <a:latin typeface="Arial" panose="020B0604020202020204" pitchFamily="34" charset="0"/>
                <a:cs typeface="Arial" panose="020B0604020202020204" pitchFamily="34" charset="0"/>
              </a:defRPr>
            </a:lvl1pPr>
          </a:lstStyle>
          <a:p>
            <a:r>
              <a:rPr lang="en-US" dirty="0"/>
              <a:t>Click to edit title</a:t>
            </a:r>
          </a:p>
        </p:txBody>
      </p:sp>
    </p:spTree>
    <p:extLst>
      <p:ext uri="{BB962C8B-B14F-4D97-AF65-F5344CB8AC3E}">
        <p14:creationId xmlns:p14="http://schemas.microsoft.com/office/powerpoint/2010/main" val="1935698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2442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6" name="Rectangle 5"/>
          <p:cNvSpPr/>
          <p:nvPr userDrawn="1"/>
        </p:nvSpPr>
        <p:spPr bwMode="auto">
          <a:xfrm>
            <a:off x="0" y="0"/>
            <a:ext cx="12192000" cy="6858000"/>
          </a:xfrm>
          <a:prstGeom prst="rect">
            <a:avLst/>
          </a:prstGeom>
          <a:solidFill>
            <a:schemeClr val="bg1"/>
          </a:solidFill>
          <a:ln>
            <a:noFill/>
          </a:ln>
          <a:effectLst/>
        </p:spPr>
        <p:txBody>
          <a:bodyPr vert="horz" wrap="square" lIns="121920" tIns="60960" rIns="121920" bIns="60960" numCol="1" rtlCol="0" anchor="t" anchorCtr="0" compatLnSpc="1">
            <a:prstTxWarp prst="textNoShape">
              <a:avLst/>
            </a:prstTxWarp>
          </a:bodyPr>
          <a:lstStyle/>
          <a:p>
            <a:pPr marL="0" marR="0" indent="0" algn="l" defTabSz="121917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en-US" sz="2400" b="0" i="0" u="none" strike="noStrike" cap="none" normalizeH="0" baseline="0">
              <a:ln>
                <a:noFill/>
              </a:ln>
              <a:solidFill>
                <a:schemeClr val="tx1"/>
              </a:solidFill>
              <a:effectLst/>
              <a:latin typeface="Arial" charset="0"/>
              <a:ea typeface="宋体" charset="-122"/>
            </a:endParaRPr>
          </a:p>
        </p:txBody>
      </p:sp>
      <p:sp>
        <p:nvSpPr>
          <p:cNvPr id="4" name="TextBox 3"/>
          <p:cNvSpPr txBox="1"/>
          <p:nvPr userDrawn="1"/>
        </p:nvSpPr>
        <p:spPr>
          <a:xfrm>
            <a:off x="639055" y="5566942"/>
            <a:ext cx="11020147" cy="861774"/>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Copyright © 2023 </a:t>
            </a:r>
            <a:r>
              <a:rPr kumimoji="0" lang="en-US" sz="1000" b="1" i="0" u="none" strike="noStrike" kern="1200" cap="none" spc="0" normalizeH="0" baseline="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Huawei Technologies Co., Ltd. </a:t>
            </a: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All Rights Reserved.</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917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917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p:txBody>
      </p:sp>
      <p:sp>
        <p:nvSpPr>
          <p:cNvPr id="7" name="TextBox 6"/>
          <p:cNvSpPr txBox="1"/>
          <p:nvPr userDrawn="1"/>
        </p:nvSpPr>
        <p:spPr>
          <a:xfrm>
            <a:off x="3814069" y="3930215"/>
            <a:ext cx="4670125" cy="369332"/>
          </a:xfrm>
          <a:prstGeom prst="rect">
            <a:avLst/>
          </a:prstGeom>
          <a:noFill/>
        </p:spPr>
        <p:txBody>
          <a:bodyPr wrap="none" lIns="0" tIns="0" rIns="0" bIns="0" rtlCol="0">
            <a:spAutoFit/>
          </a:bodyPr>
          <a:lstStyle/>
          <a:p>
            <a:pPr algn="ctr"/>
            <a:r>
              <a:rPr lang="en-US" sz="2400" b="1" dirty="0">
                <a:solidFill>
                  <a:srgbClr val="6A6A6A"/>
                </a:solidFill>
              </a:rPr>
              <a:t>IRELAND</a:t>
            </a:r>
            <a:r>
              <a:rPr lang="en-US" sz="2400" b="1" dirty="0"/>
              <a:t> </a:t>
            </a:r>
            <a:r>
              <a:rPr lang="en-US" sz="2400" b="1" dirty="0">
                <a:solidFill>
                  <a:schemeClr val="accent2"/>
                </a:solidFill>
              </a:rPr>
              <a:t>RESEARCH</a:t>
            </a:r>
            <a:r>
              <a:rPr lang="en-US" sz="2400" b="1" dirty="0"/>
              <a:t> </a:t>
            </a:r>
            <a:r>
              <a:rPr lang="en-US" sz="2400" b="1" dirty="0">
                <a:solidFill>
                  <a:srgbClr val="6A6A6A"/>
                </a:solidFill>
              </a:rPr>
              <a:t>CENTER, </a:t>
            </a:r>
            <a:r>
              <a:rPr lang="en-US" sz="2400" b="1" dirty="0">
                <a:solidFill>
                  <a:schemeClr val="accent2"/>
                </a:solidFill>
              </a:rPr>
              <a:t>SNI Lab</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8398607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Final Slide">
    <p:spTree>
      <p:nvGrpSpPr>
        <p:cNvPr id="1" name=""/>
        <p:cNvGrpSpPr/>
        <p:nvPr/>
      </p:nvGrpSpPr>
      <p:grpSpPr>
        <a:xfrm>
          <a:off x="0" y="0"/>
          <a:ext cx="0" cy="0"/>
          <a:chOff x="0" y="0"/>
          <a:chExt cx="0" cy="0"/>
        </a:xfrm>
      </p:grpSpPr>
      <p:pic>
        <p:nvPicPr>
          <p:cNvPr id="9" name="Picture 3" descr="C:\Users\z00205060\Desktop\CP项目\规范类文件\新建文件夹\巴展视觉物料规范-14.jpg"/>
          <p:cNvPicPr>
            <a:picLocks noChangeAspect="1" noChangeArrowheads="1"/>
          </p:cNvPicPr>
          <p:nvPr userDrawn="1"/>
        </p:nvPicPr>
        <p:blipFill>
          <a:blip r:embed="rId2" cstate="screen"/>
          <a:srcRect/>
          <a:stretch>
            <a:fillRect/>
          </a:stretch>
        </p:blipFill>
        <p:spPr bwMode="auto">
          <a:xfrm>
            <a:off x="0" y="0"/>
            <a:ext cx="12195175" cy="6858735"/>
          </a:xfrm>
          <a:prstGeom prst="rect">
            <a:avLst/>
          </a:prstGeom>
          <a:noFill/>
        </p:spPr>
      </p:pic>
      <p:sp>
        <p:nvSpPr>
          <p:cNvPr id="4" name="TextBox 3"/>
          <p:cNvSpPr txBox="1"/>
          <p:nvPr userDrawn="1"/>
        </p:nvSpPr>
        <p:spPr>
          <a:xfrm>
            <a:off x="639055" y="5566942"/>
            <a:ext cx="11020147" cy="861774"/>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Copyright © 2023 </a:t>
            </a:r>
            <a:r>
              <a:rPr kumimoji="0" lang="en-US" sz="1000" b="1" i="0" u="none" strike="noStrike" kern="1200" cap="none" spc="0" normalizeH="0" baseline="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Huawei Technologies Co., Ltd. </a:t>
            </a:r>
            <a:r>
              <a:rPr kumimoji="0" lang="en-US" altLang="zh-CN" sz="1000" b="1"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All Rights Reserved.</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917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a:p>
            <a:pPr marL="0" marR="0" lvl="0" indent="0" algn="just" defTabSz="121917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1000" b="0" i="0" u="none" strike="noStrike" kern="1200" cap="none" spc="0" normalizeH="0" baseline="0" noProof="0" dirty="0">
              <a:ln>
                <a:noFill/>
              </a:ln>
              <a:solidFill>
                <a:schemeClr val="bg1">
                  <a:lumMod val="65000"/>
                </a:schemeClr>
              </a:solidFill>
              <a:effectLst/>
              <a:uLnTx/>
              <a:uFillTx/>
              <a:latin typeface="Arial" panose="020B0604020202020204" pitchFamily="34" charset="0"/>
              <a:ea typeface="宋体" charset="-122"/>
              <a:cs typeface="Arial" panose="020B0604020202020204" pitchFamily="34" charset="0"/>
            </a:endParaRPr>
          </a:p>
        </p:txBody>
      </p:sp>
      <p:sp>
        <p:nvSpPr>
          <p:cNvPr id="7" name="TextBox 6"/>
          <p:cNvSpPr txBox="1"/>
          <p:nvPr userDrawn="1"/>
        </p:nvSpPr>
        <p:spPr>
          <a:xfrm>
            <a:off x="3814069" y="3930215"/>
            <a:ext cx="4670125" cy="369332"/>
          </a:xfrm>
          <a:prstGeom prst="rect">
            <a:avLst/>
          </a:prstGeom>
          <a:noFill/>
        </p:spPr>
        <p:txBody>
          <a:bodyPr wrap="none" lIns="0" tIns="0" rIns="0" bIns="0" rtlCol="0">
            <a:spAutoFit/>
          </a:bodyPr>
          <a:lstStyle/>
          <a:p>
            <a:pPr algn="ctr"/>
            <a:r>
              <a:rPr lang="en-US" sz="2400" b="1" dirty="0">
                <a:solidFill>
                  <a:srgbClr val="6A6A6A"/>
                </a:solidFill>
              </a:rPr>
              <a:t>IRELAND</a:t>
            </a:r>
            <a:r>
              <a:rPr lang="en-US" sz="2400" b="1" dirty="0"/>
              <a:t> </a:t>
            </a:r>
            <a:r>
              <a:rPr lang="en-US" sz="2400" b="1" dirty="0">
                <a:solidFill>
                  <a:schemeClr val="accent2"/>
                </a:solidFill>
              </a:rPr>
              <a:t>RESEARCH</a:t>
            </a:r>
            <a:r>
              <a:rPr lang="en-US" sz="2400" b="1" dirty="0"/>
              <a:t> </a:t>
            </a:r>
            <a:r>
              <a:rPr lang="en-US" sz="2400" b="1" dirty="0">
                <a:solidFill>
                  <a:srgbClr val="6A6A6A"/>
                </a:solidFill>
              </a:rPr>
              <a:t>CENTER, </a:t>
            </a:r>
            <a:r>
              <a:rPr lang="en-US" sz="2400" b="1" dirty="0">
                <a:solidFill>
                  <a:schemeClr val="accent2"/>
                </a:solidFill>
              </a:rPr>
              <a:t>SNI Lab</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55874" y="979105"/>
            <a:ext cx="2680252" cy="2680252"/>
          </a:xfrm>
          <a:prstGeom prst="rect">
            <a:avLst/>
          </a:prstGeom>
        </p:spPr>
      </p:pic>
    </p:spTree>
    <p:extLst>
      <p:ext uri="{BB962C8B-B14F-4D97-AF65-F5344CB8AC3E}">
        <p14:creationId xmlns:p14="http://schemas.microsoft.com/office/powerpoint/2010/main" val="4974891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theme" Target="../theme/theme2.xml"/><Relationship Id="rId10" Type="http://schemas.openxmlformats.org/officeDocument/2006/relationships/image" Target="../media/image1.jpe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image" Target="../media/image5.png"/><Relationship Id="rId15"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theme" Target="../theme/theme3.xml"/><Relationship Id="rId10" Type="http://schemas.openxmlformats.org/officeDocument/2006/relationships/image" Target="../media/image1.jpe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image" Target="../media/image5.png"/><Relationship Id="rId15"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1.tif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9" Type="http://schemas.openxmlformats.org/officeDocument/2006/relationships/slideLayout" Target="../slideLayouts/slideLayout36.xml"/><Relationship Id="rId10" Type="http://schemas.openxmlformats.org/officeDocument/2006/relationships/slideLayout" Target="../slideLayouts/slideLayout37.xml"/><Relationship Id="rId11" Type="http://schemas.openxmlformats.org/officeDocument/2006/relationships/slideLayout" Target="../slideLayouts/slideLayout38.xml"/><Relationship Id="rId12" Type="http://schemas.openxmlformats.org/officeDocument/2006/relationships/slideLayout" Target="../slideLayouts/slideLayout39.xml"/><Relationship Id="rId13" Type="http://schemas.openxmlformats.org/officeDocument/2006/relationships/theme" Target="../theme/theme5.xml"/><Relationship Id="rId14" Type="http://schemas.openxmlformats.org/officeDocument/2006/relationships/image" Target="../media/image1.jpeg"/><Relationship Id="rId15" Type="http://schemas.openxmlformats.org/officeDocument/2006/relationships/image" Target="../media/image2.png"/><Relationship Id="rId16" Type="http://schemas.openxmlformats.org/officeDocument/2006/relationships/image" Target="../media/image3.png"/><Relationship Id="rId17" Type="http://schemas.openxmlformats.org/officeDocument/2006/relationships/image" Target="../media/image4.png"/><Relationship Id="rId18" Type="http://schemas.openxmlformats.org/officeDocument/2006/relationships/image" Target="../media/image5.png"/><Relationship Id="rId19"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theme" Target="../theme/theme6.xml"/><Relationship Id="rId10" Type="http://schemas.openxmlformats.org/officeDocument/2006/relationships/image" Target="../media/image1.jpe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image" Target="../media/image5.png"/><Relationship Id="rId15"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4A023-129C-4269-9E66-CFFA2B0E75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92E25E-C787-49E4-A219-8419341AE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15C333-BDF7-445E-BA6E-291757FC94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D0D0DA-BE42-4B06-BE07-DF416EAA76CD}" type="datetimeFigureOut">
              <a:rPr lang="en-US" smtClean="0"/>
              <a:t>8/31/2026</a:t>
            </a:fld>
            <a:endParaRPr lang="en-US" dirty="0"/>
          </a:p>
        </p:txBody>
      </p:sp>
      <p:sp>
        <p:nvSpPr>
          <p:cNvPr id="5" name="Footer Placeholder 4">
            <a:extLst>
              <a:ext uri="{FF2B5EF4-FFF2-40B4-BE49-F238E27FC236}">
                <a16:creationId xmlns:a16="http://schemas.microsoft.com/office/drawing/2014/main" id="{6C4CDC44-6B33-48ED-9BD6-7187764D2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29DA789-483D-48D2-A6EE-0EDC9F134B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9454-707A-471A-8511-9D2B24FEDB10}" type="slidenum">
              <a:rPr lang="en-US" smtClean="0"/>
              <a:t>‹#›</a:t>
            </a:fld>
            <a:endParaRPr lang="en-US" dirty="0"/>
          </a:p>
        </p:txBody>
      </p:sp>
    </p:spTree>
    <p:extLst>
      <p:ext uri="{BB962C8B-B14F-4D97-AF65-F5344CB8AC3E}">
        <p14:creationId xmlns:p14="http://schemas.microsoft.com/office/powerpoint/2010/main" val="2603106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4" name="组合 13"/>
          <p:cNvGrpSpPr/>
          <p:nvPr userDrawn="1"/>
        </p:nvGrpSpPr>
        <p:grpSpPr>
          <a:xfrm>
            <a:off x="0" y="6783921"/>
            <a:ext cx="12192000" cy="74083"/>
            <a:chOff x="0" y="5087938"/>
            <a:chExt cx="9144000" cy="55562"/>
          </a:xfrm>
        </p:grpSpPr>
        <p:pic>
          <p:nvPicPr>
            <p:cNvPr id="13" name="Picture 2" descr="E:\01 日常工作\10 多媒体\PPT内部汇报用模板\红条.jpg"/>
            <p:cNvPicPr>
              <a:picLocks noChangeAspect="1" noChangeArrowheads="1"/>
            </p:cNvPicPr>
            <p:nvPr userDrawn="1"/>
          </p:nvPicPr>
          <p:blipFill>
            <a:blip r:embed="rId10" cstate="print"/>
            <a:srcRect r="5813"/>
            <a:stretch>
              <a:fillRect/>
            </a:stretch>
          </p:blipFill>
          <p:spPr bwMode="auto">
            <a:xfrm>
              <a:off x="0" y="5087938"/>
              <a:ext cx="8616950" cy="55562"/>
            </a:xfrm>
            <a:prstGeom prst="rect">
              <a:avLst/>
            </a:prstGeom>
            <a:noFill/>
          </p:spPr>
        </p:pic>
        <p:pic>
          <p:nvPicPr>
            <p:cNvPr id="86" name="Picture 2" descr="E:\01 日常工作\10 多媒体\PPT内部汇报用模板\红条.jpg"/>
            <p:cNvPicPr>
              <a:picLocks noChangeAspect="1" noChangeArrowheads="1"/>
            </p:cNvPicPr>
            <p:nvPr userDrawn="1"/>
          </p:nvPicPr>
          <p:blipFill>
            <a:blip r:embed="rId10" cstate="print"/>
            <a:srcRect r="5813"/>
            <a:stretch>
              <a:fillRect/>
            </a:stretch>
          </p:blipFill>
          <p:spPr bwMode="auto">
            <a:xfrm>
              <a:off x="527050" y="5087938"/>
              <a:ext cx="8616950" cy="55562"/>
            </a:xfrm>
            <a:prstGeom prst="rect">
              <a:avLst/>
            </a:prstGeom>
            <a:noFill/>
          </p:spPr>
        </p:pic>
      </p:grpSp>
      <p:sp>
        <p:nvSpPr>
          <p:cNvPr id="20" name="TextBox 19"/>
          <p:cNvSpPr txBox="1"/>
          <p:nvPr userDrawn="1"/>
        </p:nvSpPr>
        <p:spPr>
          <a:xfrm>
            <a:off x="8591902" y="132412"/>
            <a:ext cx="3152081" cy="184666"/>
          </a:xfrm>
          <a:prstGeom prst="rect">
            <a:avLst/>
          </a:prstGeom>
          <a:noFill/>
        </p:spPr>
        <p:txBody>
          <a:bodyPr wrap="none" lIns="0" tIns="0" rIns="0" bIns="0" rtlCol="0">
            <a:spAutoFit/>
          </a:bodyPr>
          <a:lstStyle/>
          <a:p>
            <a:pPr algn="r" fontAlgn="base">
              <a:spcBef>
                <a:spcPct val="0"/>
              </a:spcBef>
              <a:spcAft>
                <a:spcPct val="0"/>
              </a:spcAft>
            </a:pPr>
            <a:r>
              <a:rPr lang="en-US" sz="1200" b="1" dirty="0">
                <a:solidFill>
                  <a:srgbClr val="000000"/>
                </a:solidFill>
                <a:latin typeface="Calibri" pitchFamily="34" charset="0"/>
                <a:ea typeface="宋体" pitchFamily="2" charset="-122"/>
              </a:rPr>
              <a:t>HUAWEI   </a:t>
            </a:r>
            <a:r>
              <a:rPr lang="en-US" sz="1200" b="1" dirty="0">
                <a:solidFill>
                  <a:srgbClr val="B2B2B2"/>
                </a:solidFill>
                <a:latin typeface="Calibri" pitchFamily="34" charset="0"/>
                <a:ea typeface="宋体" pitchFamily="2" charset="-122"/>
              </a:rPr>
              <a:t>|</a:t>
            </a:r>
            <a:r>
              <a:rPr lang="en-US" sz="1200" b="1" dirty="0">
                <a:solidFill>
                  <a:srgbClr val="000000"/>
                </a:solidFill>
                <a:latin typeface="Calibri" pitchFamily="34" charset="0"/>
                <a:ea typeface="宋体" pitchFamily="2" charset="-122"/>
              </a:rPr>
              <a:t>   </a:t>
            </a:r>
            <a:r>
              <a:rPr lang="en-US" sz="1200" b="1" dirty="0">
                <a:solidFill>
                  <a:srgbClr val="6A6A6A"/>
                </a:solidFill>
                <a:latin typeface="Calibri" pitchFamily="34" charset="0"/>
                <a:ea typeface="宋体" pitchFamily="2" charset="-122"/>
              </a:rPr>
              <a:t>IRELAND </a:t>
            </a:r>
            <a:r>
              <a:rPr lang="en-US" sz="1200" b="1" dirty="0">
                <a:solidFill>
                  <a:srgbClr val="9B0000"/>
                </a:solidFill>
                <a:latin typeface="Calibri" pitchFamily="34" charset="0"/>
                <a:ea typeface="宋体" pitchFamily="2" charset="-122"/>
              </a:rPr>
              <a:t>RESEARCH</a:t>
            </a:r>
            <a:r>
              <a:rPr lang="en-US" sz="1200" b="1" dirty="0">
                <a:solidFill>
                  <a:srgbClr val="000000"/>
                </a:solidFill>
                <a:latin typeface="Calibri" pitchFamily="34" charset="0"/>
                <a:ea typeface="宋体" pitchFamily="2" charset="-122"/>
              </a:rPr>
              <a:t> </a:t>
            </a:r>
            <a:r>
              <a:rPr lang="en-US" sz="1200" b="1" dirty="0">
                <a:solidFill>
                  <a:srgbClr val="6A6A6A"/>
                </a:solidFill>
                <a:latin typeface="Calibri" pitchFamily="34" charset="0"/>
                <a:ea typeface="宋体" pitchFamily="2" charset="-122"/>
              </a:rPr>
              <a:t>CENTER, </a:t>
            </a:r>
            <a:r>
              <a:rPr lang="en-US" altLang="zh-CN" sz="1200" b="1" dirty="0">
                <a:solidFill>
                  <a:srgbClr val="9B0000"/>
                </a:solidFill>
                <a:latin typeface="Calibri" pitchFamily="34" charset="0"/>
                <a:ea typeface="宋体" pitchFamily="2" charset="-122"/>
              </a:rPr>
              <a:t>I</a:t>
            </a:r>
            <a:r>
              <a:rPr lang="en-US" sz="1200" b="1" dirty="0">
                <a:solidFill>
                  <a:srgbClr val="9B0000"/>
                </a:solidFill>
                <a:latin typeface="Calibri" pitchFamily="34" charset="0"/>
                <a:ea typeface="宋体" pitchFamily="2" charset="-122"/>
              </a:rPr>
              <a:t>CT Lab</a:t>
            </a:r>
          </a:p>
        </p:txBody>
      </p:sp>
      <p:sp>
        <p:nvSpPr>
          <p:cNvPr id="11" name="TextBox 10"/>
          <p:cNvSpPr txBox="1"/>
          <p:nvPr userDrawn="1"/>
        </p:nvSpPr>
        <p:spPr>
          <a:xfrm>
            <a:off x="1007536" y="6469683"/>
            <a:ext cx="464576" cy="246221"/>
          </a:xfrm>
          <a:prstGeom prst="rect">
            <a:avLst/>
          </a:prstGeom>
          <a:noFill/>
        </p:spPr>
        <p:txBody>
          <a:bodyPr wrap="square" rtlCol="0" anchor="t">
            <a:spAutoFit/>
          </a:bodyPr>
          <a:lstStyle/>
          <a:p>
            <a:pPr fontAlgn="base">
              <a:spcBef>
                <a:spcPct val="0"/>
              </a:spcBef>
              <a:spcAft>
                <a:spcPct val="0"/>
              </a:spcAft>
            </a:pPr>
            <a:fld id="{196A046C-4164-4165-98C3-051A40B86014}" type="slidenum">
              <a:rPr lang="en-US" sz="1000" smtClean="0">
                <a:solidFill>
                  <a:srgbClr val="FFFFFF">
                    <a:lumMod val="75000"/>
                  </a:srgbClr>
                </a:solidFill>
                <a:latin typeface="Arial" panose="020B0604020202020204" pitchFamily="34" charset="0"/>
                <a:ea typeface="宋体" pitchFamily="2" charset="-122"/>
                <a:cs typeface="Arial" panose="020B0604020202020204" pitchFamily="34" charset="0"/>
              </a:rPr>
              <a:pPr fontAlgn="base">
                <a:spcBef>
                  <a:spcPct val="0"/>
                </a:spcBef>
                <a:spcAft>
                  <a:spcPct val="0"/>
                </a:spcAft>
              </a:pPr>
              <a:t>‹#›</a:t>
            </a:fld>
            <a:endParaRPr lang="en-US" sz="1000" dirty="0">
              <a:solidFill>
                <a:srgbClr val="FFFFFF">
                  <a:lumMod val="75000"/>
                </a:srgbClr>
              </a:solidFill>
              <a:latin typeface="Arial" panose="020B0604020202020204" pitchFamily="34" charset="0"/>
              <a:ea typeface="宋体" pitchFamily="2" charset="-122"/>
              <a:cs typeface="Arial" panose="020B0604020202020204" pitchFamily="34" charset="0"/>
            </a:endParaRPr>
          </a:p>
        </p:txBody>
      </p:sp>
      <p:pic>
        <p:nvPicPr>
          <p:cNvPr id="12" name="Picture 11"/>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 y="7065539"/>
            <a:ext cx="2253177" cy="288000"/>
          </a:xfrm>
          <a:prstGeom prst="rect">
            <a:avLst/>
          </a:prstGeom>
        </p:spPr>
      </p:pic>
      <p:pic>
        <p:nvPicPr>
          <p:cNvPr id="16" name="Picture 15"/>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456745" y="7065155"/>
            <a:ext cx="2744470" cy="288000"/>
          </a:xfrm>
          <a:prstGeom prst="rect">
            <a:avLst/>
          </a:prstGeom>
        </p:spPr>
      </p:pic>
      <p:sp>
        <p:nvSpPr>
          <p:cNvPr id="17" name="TextBox 16"/>
          <p:cNvSpPr txBox="1"/>
          <p:nvPr userDrawn="1"/>
        </p:nvSpPr>
        <p:spPr>
          <a:xfrm>
            <a:off x="5458646" y="6485067"/>
            <a:ext cx="1274708" cy="215444"/>
          </a:xfrm>
          <a:prstGeom prst="rect">
            <a:avLst/>
          </a:prstGeom>
          <a:noFill/>
        </p:spPr>
        <p:txBody>
          <a:bodyPr wrap="none" rtlCol="0">
            <a:spAutoFit/>
          </a:bodyPr>
          <a:lstStyle/>
          <a:p>
            <a:pPr algn="ctr" fontAlgn="base">
              <a:spcBef>
                <a:spcPct val="0"/>
              </a:spcBef>
              <a:spcAft>
                <a:spcPct val="0"/>
              </a:spcAft>
            </a:pPr>
            <a:r>
              <a:rPr lang="en-US" sz="800" dirty="0">
                <a:solidFill>
                  <a:srgbClr val="FF0000"/>
                </a:solidFill>
                <a:latin typeface="Arial" charset="0"/>
                <a:ea typeface="Arial" charset="0"/>
                <a:cs typeface="Arial" charset="0"/>
              </a:rPr>
              <a:t>– Huawei Confidential –</a:t>
            </a:r>
          </a:p>
        </p:txBody>
      </p:sp>
      <p:pic>
        <p:nvPicPr>
          <p:cNvPr id="3" name="Picture 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4687126" y="7059194"/>
            <a:ext cx="2326454" cy="297366"/>
          </a:xfrm>
          <a:prstGeom prst="rect">
            <a:avLst/>
          </a:prstGeom>
        </p:spPr>
      </p:pic>
      <p:pic>
        <p:nvPicPr>
          <p:cNvPr id="4" name="Picture 3"/>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644381" y="7059198"/>
            <a:ext cx="1547618" cy="293961"/>
          </a:xfrm>
          <a:prstGeom prst="rect">
            <a:avLst/>
          </a:prstGeom>
        </p:spPr>
      </p:pic>
      <p:pic>
        <p:nvPicPr>
          <p:cNvPr id="6" name="Picture 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923093" y="6270464"/>
            <a:ext cx="1820892" cy="398437"/>
          </a:xfrm>
          <a:prstGeom prst="rect">
            <a:avLst/>
          </a:prstGeom>
        </p:spPr>
      </p:pic>
    </p:spTree>
    <p:extLst>
      <p:ext uri="{BB962C8B-B14F-4D97-AF65-F5344CB8AC3E}">
        <p14:creationId xmlns:p14="http://schemas.microsoft.com/office/powerpoint/2010/main" val="1942546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hf hdr="0" ftr="0" dt="0"/>
  <p:txStyles>
    <p:titleStyle>
      <a:lvl1pPr algn="l" rtl="0" eaLnBrk="0" fontAlgn="base" hangingPunct="0">
        <a:spcBef>
          <a:spcPct val="0"/>
        </a:spcBef>
        <a:spcAft>
          <a:spcPct val="0"/>
        </a:spcAft>
        <a:defRPr sz="4263"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731"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731"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731"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731" b="1">
          <a:solidFill>
            <a:srgbClr val="990000"/>
          </a:solidFill>
          <a:latin typeface="FrutigerNext LT Medium" pitchFamily="34" charset="0"/>
          <a:ea typeface="黑体" pitchFamily="49" charset="-122"/>
          <a:cs typeface="宋体" charset="-122"/>
        </a:defRPr>
      </a:lvl5pPr>
      <a:lvl6pPr marL="609097" algn="l" rtl="0" eaLnBrk="1" fontAlgn="base" hangingPunct="1">
        <a:spcBef>
          <a:spcPct val="0"/>
        </a:spcBef>
        <a:spcAft>
          <a:spcPct val="0"/>
        </a:spcAft>
        <a:defRPr sz="4263" b="1">
          <a:solidFill>
            <a:srgbClr val="990000"/>
          </a:solidFill>
          <a:latin typeface="FrutigerNext LT Medium" pitchFamily="34" charset="0"/>
          <a:ea typeface="华文细黑" pitchFamily="2" charset="-122"/>
          <a:cs typeface="宋体" charset="-122"/>
        </a:defRPr>
      </a:lvl6pPr>
      <a:lvl7pPr marL="1218195" algn="l" rtl="0" eaLnBrk="1" fontAlgn="base" hangingPunct="1">
        <a:spcBef>
          <a:spcPct val="0"/>
        </a:spcBef>
        <a:spcAft>
          <a:spcPct val="0"/>
        </a:spcAft>
        <a:defRPr sz="4263" b="1">
          <a:solidFill>
            <a:srgbClr val="990000"/>
          </a:solidFill>
          <a:latin typeface="FrutigerNext LT Medium" pitchFamily="34" charset="0"/>
          <a:ea typeface="华文细黑" pitchFamily="2" charset="-122"/>
          <a:cs typeface="宋体" charset="-122"/>
        </a:defRPr>
      </a:lvl7pPr>
      <a:lvl8pPr marL="1827291" algn="l" rtl="0" eaLnBrk="1" fontAlgn="base" hangingPunct="1">
        <a:spcBef>
          <a:spcPct val="0"/>
        </a:spcBef>
        <a:spcAft>
          <a:spcPct val="0"/>
        </a:spcAft>
        <a:defRPr sz="4263" b="1">
          <a:solidFill>
            <a:srgbClr val="990000"/>
          </a:solidFill>
          <a:latin typeface="FrutigerNext LT Medium" pitchFamily="34" charset="0"/>
          <a:ea typeface="华文细黑" pitchFamily="2" charset="-122"/>
          <a:cs typeface="宋体" charset="-122"/>
        </a:defRPr>
      </a:lvl8pPr>
      <a:lvl9pPr marL="2436389" algn="l" rtl="0" eaLnBrk="1" fontAlgn="base" hangingPunct="1">
        <a:spcBef>
          <a:spcPct val="0"/>
        </a:spcBef>
        <a:spcAft>
          <a:spcPct val="0"/>
        </a:spcAft>
        <a:defRPr sz="4263" b="1">
          <a:solidFill>
            <a:srgbClr val="990000"/>
          </a:solidFill>
          <a:latin typeface="FrutigerNext LT Medium" pitchFamily="34" charset="0"/>
          <a:ea typeface="华文细黑" pitchFamily="2" charset="-122"/>
          <a:cs typeface="宋体" charset="-122"/>
        </a:defRPr>
      </a:lvl9pPr>
    </p:titleStyle>
    <p:bodyStyle>
      <a:lvl1pPr marL="456823" indent="-456823" algn="l" rtl="0" eaLnBrk="0" fontAlgn="base" hangingPunct="0">
        <a:lnSpc>
          <a:spcPct val="140000"/>
        </a:lnSpc>
        <a:spcBef>
          <a:spcPct val="0"/>
        </a:spcBef>
        <a:spcAft>
          <a:spcPct val="0"/>
        </a:spcAft>
        <a:buClr>
          <a:srgbClr val="777777"/>
        </a:buClr>
        <a:buSzPct val="60000"/>
        <a:buFont typeface="Wingdings" pitchFamily="2" charset="2"/>
        <a:buChar char="l"/>
        <a:defRPr sz="2665" b="1">
          <a:solidFill>
            <a:schemeClr val="tx1"/>
          </a:solidFill>
          <a:latin typeface="FrutigerNext LT Regular" pitchFamily="34" charset="0"/>
          <a:ea typeface="黑体" pitchFamily="49" charset="-122"/>
          <a:cs typeface="+mn-cs"/>
        </a:defRPr>
      </a:lvl1pPr>
      <a:lvl2pPr marL="989783" indent="-380686"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522743" indent="-304548" algn="l" rtl="0" eaLnBrk="0" fontAlgn="base" hangingPunct="0">
        <a:lnSpc>
          <a:spcPct val="140000"/>
        </a:lnSpc>
        <a:spcBef>
          <a:spcPct val="0"/>
        </a:spcBef>
        <a:spcAft>
          <a:spcPct val="0"/>
        </a:spcAft>
        <a:buSzPct val="50000"/>
        <a:buFont typeface="Wingdings" pitchFamily="2" charset="2"/>
        <a:buChar char="n"/>
        <a:defRPr sz="2131">
          <a:solidFill>
            <a:schemeClr val="tx1"/>
          </a:solidFill>
          <a:latin typeface="FrutigerNext LT Regular" pitchFamily="34" charset="0"/>
          <a:ea typeface="+mn-ea"/>
          <a:cs typeface="+mn-cs"/>
        </a:defRPr>
      </a:lvl3pPr>
      <a:lvl4pPr marL="2131841" indent="-304548" algn="l" rtl="0" eaLnBrk="0" fontAlgn="base" hangingPunct="0">
        <a:lnSpc>
          <a:spcPct val="140000"/>
        </a:lnSpc>
        <a:spcBef>
          <a:spcPct val="0"/>
        </a:spcBef>
        <a:spcAft>
          <a:spcPct val="0"/>
        </a:spcAft>
        <a:buChar char="–"/>
        <a:defRPr sz="1865">
          <a:solidFill>
            <a:schemeClr val="tx1"/>
          </a:solidFill>
          <a:latin typeface="FrutigerNext LT Regular" pitchFamily="34" charset="0"/>
          <a:ea typeface="+mn-ea"/>
          <a:cs typeface="+mn-cs"/>
        </a:defRPr>
      </a:lvl4pPr>
      <a:lvl5pPr marL="2740937" indent="-304548" algn="l" rtl="0" eaLnBrk="0" fontAlgn="base" hangingPunct="0">
        <a:lnSpc>
          <a:spcPct val="140000"/>
        </a:lnSpc>
        <a:spcBef>
          <a:spcPct val="0"/>
        </a:spcBef>
        <a:spcAft>
          <a:spcPct val="0"/>
        </a:spcAft>
        <a:buFont typeface="Arial" pitchFamily="34" charset="0"/>
        <a:buChar char="~"/>
        <a:defRPr sz="1598">
          <a:solidFill>
            <a:schemeClr val="tx1"/>
          </a:solidFill>
          <a:latin typeface="FrutigerNext LT Regular" pitchFamily="34" charset="0"/>
          <a:ea typeface="+mn-ea"/>
          <a:cs typeface="+mn-cs"/>
        </a:defRPr>
      </a:lvl5pPr>
      <a:lvl6pPr marL="3350034" indent="-304548" algn="l" rtl="0" eaLnBrk="1" fontAlgn="base" hangingPunct="1">
        <a:spcBef>
          <a:spcPct val="20000"/>
        </a:spcBef>
        <a:spcAft>
          <a:spcPct val="0"/>
        </a:spcAft>
        <a:buFont typeface="Arial" charset="0"/>
        <a:buChar char="~"/>
        <a:defRPr sz="2131">
          <a:solidFill>
            <a:schemeClr val="tx1"/>
          </a:solidFill>
          <a:latin typeface="+mn-lt"/>
          <a:ea typeface="+mn-ea"/>
          <a:cs typeface="+mn-cs"/>
        </a:defRPr>
      </a:lvl6pPr>
      <a:lvl7pPr marL="3959132" indent="-304548" algn="l" rtl="0" eaLnBrk="1" fontAlgn="base" hangingPunct="1">
        <a:spcBef>
          <a:spcPct val="20000"/>
        </a:spcBef>
        <a:spcAft>
          <a:spcPct val="0"/>
        </a:spcAft>
        <a:buFont typeface="Arial" charset="0"/>
        <a:buChar char="~"/>
        <a:defRPr sz="2131">
          <a:solidFill>
            <a:schemeClr val="tx1"/>
          </a:solidFill>
          <a:latin typeface="+mn-lt"/>
          <a:ea typeface="+mn-ea"/>
          <a:cs typeface="+mn-cs"/>
        </a:defRPr>
      </a:lvl7pPr>
      <a:lvl8pPr marL="4568229" indent="-304548" algn="l" rtl="0" eaLnBrk="1" fontAlgn="base" hangingPunct="1">
        <a:spcBef>
          <a:spcPct val="20000"/>
        </a:spcBef>
        <a:spcAft>
          <a:spcPct val="0"/>
        </a:spcAft>
        <a:buFont typeface="Arial" charset="0"/>
        <a:buChar char="~"/>
        <a:defRPr sz="2131">
          <a:solidFill>
            <a:schemeClr val="tx1"/>
          </a:solidFill>
          <a:latin typeface="+mn-lt"/>
          <a:ea typeface="+mn-ea"/>
          <a:cs typeface="+mn-cs"/>
        </a:defRPr>
      </a:lvl8pPr>
      <a:lvl9pPr marL="5177325" indent="-304548" algn="l" rtl="0" eaLnBrk="1" fontAlgn="base" hangingPunct="1">
        <a:spcBef>
          <a:spcPct val="20000"/>
        </a:spcBef>
        <a:spcAft>
          <a:spcPct val="0"/>
        </a:spcAft>
        <a:buFont typeface="Arial" charset="0"/>
        <a:buChar char="~"/>
        <a:defRPr sz="2131">
          <a:solidFill>
            <a:schemeClr val="tx1"/>
          </a:solidFill>
          <a:latin typeface="+mn-lt"/>
          <a:ea typeface="+mn-ea"/>
          <a:cs typeface="+mn-cs"/>
        </a:defRPr>
      </a:lvl9pPr>
    </p:bodyStyle>
    <p:otherStyle>
      <a:defPPr>
        <a:defRPr lang="zh-CN"/>
      </a:defPPr>
      <a:lvl1pPr marL="0" algn="l" defTabSz="1218195" rtl="0" eaLnBrk="1" latinLnBrk="0" hangingPunct="1">
        <a:defRPr sz="2398" kern="1200">
          <a:solidFill>
            <a:schemeClr val="tx1"/>
          </a:solidFill>
          <a:latin typeface="+mn-lt"/>
          <a:ea typeface="+mn-ea"/>
          <a:cs typeface="+mn-cs"/>
        </a:defRPr>
      </a:lvl1pPr>
      <a:lvl2pPr marL="609097" algn="l" defTabSz="1218195" rtl="0" eaLnBrk="1" latinLnBrk="0" hangingPunct="1">
        <a:defRPr sz="2398" kern="1200">
          <a:solidFill>
            <a:schemeClr val="tx1"/>
          </a:solidFill>
          <a:latin typeface="+mn-lt"/>
          <a:ea typeface="+mn-ea"/>
          <a:cs typeface="+mn-cs"/>
        </a:defRPr>
      </a:lvl2pPr>
      <a:lvl3pPr marL="1218195" algn="l" defTabSz="1218195" rtl="0" eaLnBrk="1" latinLnBrk="0" hangingPunct="1">
        <a:defRPr sz="2398" kern="1200">
          <a:solidFill>
            <a:schemeClr val="tx1"/>
          </a:solidFill>
          <a:latin typeface="+mn-lt"/>
          <a:ea typeface="+mn-ea"/>
          <a:cs typeface="+mn-cs"/>
        </a:defRPr>
      </a:lvl3pPr>
      <a:lvl4pPr marL="1827291" algn="l" defTabSz="1218195" rtl="0" eaLnBrk="1" latinLnBrk="0" hangingPunct="1">
        <a:defRPr sz="2398" kern="1200">
          <a:solidFill>
            <a:schemeClr val="tx1"/>
          </a:solidFill>
          <a:latin typeface="+mn-lt"/>
          <a:ea typeface="+mn-ea"/>
          <a:cs typeface="+mn-cs"/>
        </a:defRPr>
      </a:lvl4pPr>
      <a:lvl5pPr marL="2436389" algn="l" defTabSz="1218195" rtl="0" eaLnBrk="1" latinLnBrk="0" hangingPunct="1">
        <a:defRPr sz="2398" kern="1200">
          <a:solidFill>
            <a:schemeClr val="tx1"/>
          </a:solidFill>
          <a:latin typeface="+mn-lt"/>
          <a:ea typeface="+mn-ea"/>
          <a:cs typeface="+mn-cs"/>
        </a:defRPr>
      </a:lvl5pPr>
      <a:lvl6pPr marL="3045486" algn="l" defTabSz="1218195" rtl="0" eaLnBrk="1" latinLnBrk="0" hangingPunct="1">
        <a:defRPr sz="2398" kern="1200">
          <a:solidFill>
            <a:schemeClr val="tx1"/>
          </a:solidFill>
          <a:latin typeface="+mn-lt"/>
          <a:ea typeface="+mn-ea"/>
          <a:cs typeface="+mn-cs"/>
        </a:defRPr>
      </a:lvl6pPr>
      <a:lvl7pPr marL="3654584" algn="l" defTabSz="1218195" rtl="0" eaLnBrk="1" latinLnBrk="0" hangingPunct="1">
        <a:defRPr sz="2398" kern="1200">
          <a:solidFill>
            <a:schemeClr val="tx1"/>
          </a:solidFill>
          <a:latin typeface="+mn-lt"/>
          <a:ea typeface="+mn-ea"/>
          <a:cs typeface="+mn-cs"/>
        </a:defRPr>
      </a:lvl7pPr>
      <a:lvl8pPr marL="4263680" algn="l" defTabSz="1218195" rtl="0" eaLnBrk="1" latinLnBrk="0" hangingPunct="1">
        <a:defRPr sz="2398" kern="1200">
          <a:solidFill>
            <a:schemeClr val="tx1"/>
          </a:solidFill>
          <a:latin typeface="+mn-lt"/>
          <a:ea typeface="+mn-ea"/>
          <a:cs typeface="+mn-cs"/>
        </a:defRPr>
      </a:lvl8pPr>
      <a:lvl9pPr marL="4872777" algn="l" defTabSz="1218195" rtl="0" eaLnBrk="1" latinLnBrk="0" hangingPunct="1">
        <a:defRPr sz="23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4" name="组合 13"/>
          <p:cNvGrpSpPr/>
          <p:nvPr userDrawn="1"/>
        </p:nvGrpSpPr>
        <p:grpSpPr>
          <a:xfrm>
            <a:off x="0" y="6783919"/>
            <a:ext cx="12192000" cy="74083"/>
            <a:chOff x="0" y="5087938"/>
            <a:chExt cx="9144000" cy="55562"/>
          </a:xfrm>
        </p:grpSpPr>
        <p:pic>
          <p:nvPicPr>
            <p:cNvPr id="13" name="Picture 2" descr="E:\01 日常工作\10 多媒体\PPT内部汇报用模板\红条.jpg"/>
            <p:cNvPicPr>
              <a:picLocks noChangeAspect="1" noChangeArrowheads="1"/>
            </p:cNvPicPr>
            <p:nvPr userDrawn="1"/>
          </p:nvPicPr>
          <p:blipFill>
            <a:blip r:embed="rId10" cstate="print"/>
            <a:srcRect r="5813"/>
            <a:stretch>
              <a:fillRect/>
            </a:stretch>
          </p:blipFill>
          <p:spPr bwMode="auto">
            <a:xfrm>
              <a:off x="0" y="5087938"/>
              <a:ext cx="8616950" cy="55562"/>
            </a:xfrm>
            <a:prstGeom prst="rect">
              <a:avLst/>
            </a:prstGeom>
            <a:noFill/>
          </p:spPr>
        </p:pic>
        <p:pic>
          <p:nvPicPr>
            <p:cNvPr id="86" name="Picture 2" descr="E:\01 日常工作\10 多媒体\PPT内部汇报用模板\红条.jpg"/>
            <p:cNvPicPr>
              <a:picLocks noChangeAspect="1" noChangeArrowheads="1"/>
            </p:cNvPicPr>
            <p:nvPr userDrawn="1"/>
          </p:nvPicPr>
          <p:blipFill>
            <a:blip r:embed="rId10" cstate="print"/>
            <a:srcRect r="5813"/>
            <a:stretch>
              <a:fillRect/>
            </a:stretch>
          </p:blipFill>
          <p:spPr bwMode="auto">
            <a:xfrm>
              <a:off x="527050" y="5087938"/>
              <a:ext cx="8616950" cy="55562"/>
            </a:xfrm>
            <a:prstGeom prst="rect">
              <a:avLst/>
            </a:prstGeom>
            <a:noFill/>
          </p:spPr>
        </p:pic>
      </p:grpSp>
      <p:sp>
        <p:nvSpPr>
          <p:cNvPr id="20" name="TextBox 19"/>
          <p:cNvSpPr txBox="1"/>
          <p:nvPr userDrawn="1"/>
        </p:nvSpPr>
        <p:spPr>
          <a:xfrm>
            <a:off x="8578245" y="132412"/>
            <a:ext cx="3165739" cy="184666"/>
          </a:xfrm>
          <a:prstGeom prst="rect">
            <a:avLst/>
          </a:prstGeom>
          <a:noFill/>
        </p:spPr>
        <p:txBody>
          <a:bodyPr wrap="none" lIns="0" tIns="0" rIns="0" bIns="0" rtlCol="0">
            <a:spAutoFit/>
          </a:bodyPr>
          <a:lstStyle/>
          <a:p>
            <a:pPr algn="r"/>
            <a:r>
              <a:rPr lang="en-US" sz="1200" b="1" dirty="0"/>
              <a:t>HUAWEI   </a:t>
            </a:r>
            <a:r>
              <a:rPr lang="en-US" sz="1200" b="1" dirty="0">
                <a:solidFill>
                  <a:schemeClr val="tx2"/>
                </a:solidFill>
              </a:rPr>
              <a:t>|</a:t>
            </a:r>
            <a:r>
              <a:rPr lang="en-US" sz="1200" b="1" dirty="0"/>
              <a:t>   </a:t>
            </a:r>
            <a:r>
              <a:rPr lang="en-US" sz="1200" b="1" dirty="0">
                <a:solidFill>
                  <a:srgbClr val="6A6A6A"/>
                </a:solidFill>
              </a:rPr>
              <a:t>IRELAND </a:t>
            </a:r>
            <a:r>
              <a:rPr lang="en-US" sz="1200" b="1" dirty="0">
                <a:solidFill>
                  <a:schemeClr val="accent2"/>
                </a:solidFill>
              </a:rPr>
              <a:t>RESEARCH</a:t>
            </a:r>
            <a:r>
              <a:rPr lang="en-US" sz="1200" b="1" dirty="0"/>
              <a:t> </a:t>
            </a:r>
            <a:r>
              <a:rPr lang="en-US" sz="1200" b="1" dirty="0">
                <a:solidFill>
                  <a:srgbClr val="6A6A6A"/>
                </a:solidFill>
              </a:rPr>
              <a:t>CENTER, </a:t>
            </a:r>
            <a:r>
              <a:rPr lang="en-US" sz="1200" b="1" kern="1200" dirty="0">
                <a:solidFill>
                  <a:schemeClr val="accent2"/>
                </a:solidFill>
                <a:latin typeface="Calibri" pitchFamily="34" charset="0"/>
                <a:ea typeface="宋体" pitchFamily="2" charset="-122"/>
                <a:cs typeface="+mn-cs"/>
              </a:rPr>
              <a:t>SNI</a:t>
            </a:r>
            <a:r>
              <a:rPr lang="en-US" sz="1200" b="1" dirty="0">
                <a:solidFill>
                  <a:schemeClr val="accent2"/>
                </a:solidFill>
              </a:rPr>
              <a:t> Lab</a:t>
            </a:r>
          </a:p>
        </p:txBody>
      </p:sp>
      <p:sp>
        <p:nvSpPr>
          <p:cNvPr id="11" name="TextBox 10"/>
          <p:cNvSpPr txBox="1"/>
          <p:nvPr userDrawn="1"/>
        </p:nvSpPr>
        <p:spPr>
          <a:xfrm>
            <a:off x="1007535" y="6469681"/>
            <a:ext cx="464576" cy="246221"/>
          </a:xfrm>
          <a:prstGeom prst="rect">
            <a:avLst/>
          </a:prstGeom>
          <a:noFill/>
        </p:spPr>
        <p:txBody>
          <a:bodyPr wrap="square" rtlCol="0" anchor="t">
            <a:spAutoFit/>
          </a:bodyPr>
          <a:lstStyle/>
          <a:p>
            <a:fld id="{196A046C-4164-4165-98C3-051A40B86014}" type="slidenum">
              <a:rPr lang="en-US" sz="1000" smtClean="0">
                <a:solidFill>
                  <a:schemeClr val="bg1">
                    <a:lumMod val="75000"/>
                  </a:schemeClr>
                </a:solidFill>
                <a:latin typeface="Arial" panose="020B0604020202020204" pitchFamily="34" charset="0"/>
                <a:cs typeface="Arial" panose="020B0604020202020204" pitchFamily="34" charset="0"/>
              </a:rPr>
              <a:t>‹#›</a:t>
            </a:fld>
            <a:endParaRPr lang="en-US" sz="1000" dirty="0">
              <a:solidFill>
                <a:schemeClr val="bg1">
                  <a:lumMod val="75000"/>
                </a:schemeClr>
              </a:solidFill>
              <a:latin typeface="Arial" panose="020B0604020202020204" pitchFamily="34" charset="0"/>
              <a:cs typeface="Arial" panose="020B0604020202020204" pitchFamily="34" charset="0"/>
            </a:endParaRPr>
          </a:p>
        </p:txBody>
      </p:sp>
      <p:pic>
        <p:nvPicPr>
          <p:cNvPr id="12" name="Picture 11"/>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 y="7065539"/>
            <a:ext cx="2253177" cy="288000"/>
          </a:xfrm>
          <a:prstGeom prst="rect">
            <a:avLst/>
          </a:prstGeom>
        </p:spPr>
      </p:pic>
      <p:pic>
        <p:nvPicPr>
          <p:cNvPr id="16" name="Picture 15"/>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456745" y="7065155"/>
            <a:ext cx="2744470" cy="288000"/>
          </a:xfrm>
          <a:prstGeom prst="rect">
            <a:avLst/>
          </a:prstGeom>
        </p:spPr>
      </p:pic>
      <p:sp>
        <p:nvSpPr>
          <p:cNvPr id="17" name="TextBox 16"/>
          <p:cNvSpPr txBox="1"/>
          <p:nvPr userDrawn="1"/>
        </p:nvSpPr>
        <p:spPr>
          <a:xfrm>
            <a:off x="5458646" y="6485067"/>
            <a:ext cx="1274708" cy="215444"/>
          </a:xfrm>
          <a:prstGeom prst="rect">
            <a:avLst/>
          </a:prstGeom>
          <a:noFill/>
        </p:spPr>
        <p:txBody>
          <a:bodyPr wrap="none" rtlCol="0">
            <a:spAutoFit/>
          </a:bodyPr>
          <a:lstStyle/>
          <a:p>
            <a:pPr algn="ctr"/>
            <a:r>
              <a:rPr lang="en-US" sz="800" baseline="0" dirty="0">
                <a:solidFill>
                  <a:srgbClr val="FF0000"/>
                </a:solidFill>
                <a:latin typeface="Arial" charset="0"/>
                <a:ea typeface="Arial" charset="0"/>
                <a:cs typeface="Arial" charset="0"/>
              </a:rPr>
              <a:t>– Huawei </a:t>
            </a:r>
            <a:r>
              <a:rPr lang="en-US" sz="800" dirty="0">
                <a:solidFill>
                  <a:srgbClr val="FF0000"/>
                </a:solidFill>
                <a:latin typeface="Arial" charset="0"/>
                <a:ea typeface="Arial" charset="0"/>
                <a:cs typeface="Arial" charset="0"/>
              </a:rPr>
              <a:t>Confidential</a:t>
            </a:r>
            <a:r>
              <a:rPr lang="en-US" sz="800" baseline="0" dirty="0">
                <a:solidFill>
                  <a:srgbClr val="FF0000"/>
                </a:solidFill>
                <a:latin typeface="Arial" charset="0"/>
                <a:ea typeface="Arial" charset="0"/>
                <a:cs typeface="Arial" charset="0"/>
              </a:rPr>
              <a:t> –</a:t>
            </a:r>
            <a:endParaRPr lang="en-US" sz="800" dirty="0">
              <a:solidFill>
                <a:srgbClr val="FF0000"/>
              </a:solidFill>
              <a:latin typeface="Arial" charset="0"/>
              <a:ea typeface="Arial" charset="0"/>
              <a:cs typeface="Arial" charset="0"/>
            </a:endParaRPr>
          </a:p>
        </p:txBody>
      </p:sp>
      <p:pic>
        <p:nvPicPr>
          <p:cNvPr id="3" name="Picture 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4687126" y="7059194"/>
            <a:ext cx="2326454" cy="297366"/>
          </a:xfrm>
          <a:prstGeom prst="rect">
            <a:avLst/>
          </a:prstGeom>
        </p:spPr>
      </p:pic>
      <p:pic>
        <p:nvPicPr>
          <p:cNvPr id="4" name="Picture 3"/>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644381" y="7059196"/>
            <a:ext cx="1547618" cy="293961"/>
          </a:xfrm>
          <a:prstGeom prst="rect">
            <a:avLst/>
          </a:prstGeom>
        </p:spPr>
      </p:pic>
      <p:pic>
        <p:nvPicPr>
          <p:cNvPr id="6" name="Picture 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923092" y="6270462"/>
            <a:ext cx="1820892" cy="398437"/>
          </a:xfrm>
          <a:prstGeom prst="rect">
            <a:avLst/>
          </a:prstGeom>
        </p:spPr>
      </p:pic>
    </p:spTree>
    <p:extLst>
      <p:ext uri="{BB962C8B-B14F-4D97-AF65-F5344CB8AC3E}">
        <p14:creationId xmlns:p14="http://schemas.microsoft.com/office/powerpoint/2010/main" val="97210247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hf hdr="0" ftr="0" dt="0"/>
  <p:txStyles>
    <p:titleStyle>
      <a:lvl1pPr algn="l" rtl="0" eaLnBrk="0" fontAlgn="base" hangingPunct="0">
        <a:spcBef>
          <a:spcPct val="0"/>
        </a:spcBef>
        <a:spcAft>
          <a:spcPct val="0"/>
        </a:spcAft>
        <a:defRPr sz="4265"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732"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732"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732"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732" b="1">
          <a:solidFill>
            <a:srgbClr val="990000"/>
          </a:solidFill>
          <a:latin typeface="FrutigerNext LT Medium" pitchFamily="34" charset="0"/>
          <a:ea typeface="黑体" pitchFamily="49" charset="-122"/>
          <a:cs typeface="宋体" charset="-122"/>
        </a:defRPr>
      </a:lvl5pPr>
      <a:lvl6pPr marL="609341"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charset="-122"/>
        </a:defRPr>
      </a:lvl6pPr>
      <a:lvl7pPr marL="1218682"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charset="-122"/>
        </a:defRPr>
      </a:lvl7pPr>
      <a:lvl8pPr marL="1828022"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charset="-122"/>
        </a:defRPr>
      </a:lvl8pPr>
      <a:lvl9pPr marL="2437364"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charset="-122"/>
        </a:defRPr>
      </a:lvl9pPr>
    </p:titleStyle>
    <p:bodyStyle>
      <a:lvl1pPr marL="457006" indent="-457006" algn="l" rtl="0" eaLnBrk="0" fontAlgn="base" hangingPunct="0">
        <a:lnSpc>
          <a:spcPct val="140000"/>
        </a:lnSpc>
        <a:spcBef>
          <a:spcPct val="0"/>
        </a:spcBef>
        <a:spcAft>
          <a:spcPct val="0"/>
        </a:spcAft>
        <a:buClr>
          <a:srgbClr val="777777"/>
        </a:buClr>
        <a:buSzPct val="60000"/>
        <a:buFont typeface="Wingdings" pitchFamily="2" charset="2"/>
        <a:buChar char="l"/>
        <a:defRPr sz="2666" b="1">
          <a:solidFill>
            <a:schemeClr val="tx1"/>
          </a:solidFill>
          <a:latin typeface="FrutigerNext LT Regular" pitchFamily="34" charset="0"/>
          <a:ea typeface="黑体" pitchFamily="49" charset="-122"/>
          <a:cs typeface="+mn-cs"/>
        </a:defRPr>
      </a:lvl1pPr>
      <a:lvl2pPr marL="990179" indent="-380838"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523352" indent="-304670" algn="l" rtl="0" eaLnBrk="0" fontAlgn="base" hangingPunct="0">
        <a:lnSpc>
          <a:spcPct val="140000"/>
        </a:lnSpc>
        <a:spcBef>
          <a:spcPct val="0"/>
        </a:spcBef>
        <a:spcAft>
          <a:spcPct val="0"/>
        </a:spcAft>
        <a:buSzPct val="50000"/>
        <a:buFont typeface="Wingdings" pitchFamily="2" charset="2"/>
        <a:buChar char="n"/>
        <a:defRPr sz="2132">
          <a:solidFill>
            <a:schemeClr val="tx1"/>
          </a:solidFill>
          <a:latin typeface="FrutigerNext LT Regular" pitchFamily="34" charset="0"/>
          <a:ea typeface="+mn-ea"/>
          <a:cs typeface="+mn-cs"/>
        </a:defRPr>
      </a:lvl3pPr>
      <a:lvl4pPr marL="2132694" indent="-304670" algn="l" rtl="0" eaLnBrk="0" fontAlgn="base" hangingPunct="0">
        <a:lnSpc>
          <a:spcPct val="140000"/>
        </a:lnSpc>
        <a:spcBef>
          <a:spcPct val="0"/>
        </a:spcBef>
        <a:spcAft>
          <a:spcPct val="0"/>
        </a:spcAft>
        <a:buChar char="–"/>
        <a:defRPr sz="1866">
          <a:solidFill>
            <a:schemeClr val="tx1"/>
          </a:solidFill>
          <a:latin typeface="FrutigerNext LT Regular" pitchFamily="34" charset="0"/>
          <a:ea typeface="+mn-ea"/>
          <a:cs typeface="+mn-cs"/>
        </a:defRPr>
      </a:lvl4pPr>
      <a:lvl5pPr marL="2742034" indent="-304670" algn="l" rtl="0" eaLnBrk="0" fontAlgn="base" hangingPunct="0">
        <a:lnSpc>
          <a:spcPct val="140000"/>
        </a:lnSpc>
        <a:spcBef>
          <a:spcPct val="0"/>
        </a:spcBef>
        <a:spcAft>
          <a:spcPct val="0"/>
        </a:spcAft>
        <a:buFont typeface="Arial" pitchFamily="34" charset="0"/>
        <a:buChar char="~"/>
        <a:defRPr sz="1599">
          <a:solidFill>
            <a:schemeClr val="tx1"/>
          </a:solidFill>
          <a:latin typeface="FrutigerNext LT Regular" pitchFamily="34" charset="0"/>
          <a:ea typeface="+mn-ea"/>
          <a:cs typeface="+mn-cs"/>
        </a:defRPr>
      </a:lvl5pPr>
      <a:lvl6pPr marL="3351375" indent="-304670" algn="l" rtl="0" eaLnBrk="1" fontAlgn="base" hangingPunct="1">
        <a:spcBef>
          <a:spcPct val="20000"/>
        </a:spcBef>
        <a:spcAft>
          <a:spcPct val="0"/>
        </a:spcAft>
        <a:buFont typeface="Arial" charset="0"/>
        <a:buChar char="~"/>
        <a:defRPr sz="2132">
          <a:solidFill>
            <a:schemeClr val="tx1"/>
          </a:solidFill>
          <a:latin typeface="+mn-lt"/>
          <a:ea typeface="+mn-ea"/>
          <a:cs typeface="+mn-cs"/>
        </a:defRPr>
      </a:lvl6pPr>
      <a:lvl7pPr marL="3960716" indent="-304670" algn="l" rtl="0" eaLnBrk="1" fontAlgn="base" hangingPunct="1">
        <a:spcBef>
          <a:spcPct val="20000"/>
        </a:spcBef>
        <a:spcAft>
          <a:spcPct val="0"/>
        </a:spcAft>
        <a:buFont typeface="Arial" charset="0"/>
        <a:buChar char="~"/>
        <a:defRPr sz="2132">
          <a:solidFill>
            <a:schemeClr val="tx1"/>
          </a:solidFill>
          <a:latin typeface="+mn-lt"/>
          <a:ea typeface="+mn-ea"/>
          <a:cs typeface="+mn-cs"/>
        </a:defRPr>
      </a:lvl7pPr>
      <a:lvl8pPr marL="4570057" indent="-304670" algn="l" rtl="0" eaLnBrk="1" fontAlgn="base" hangingPunct="1">
        <a:spcBef>
          <a:spcPct val="20000"/>
        </a:spcBef>
        <a:spcAft>
          <a:spcPct val="0"/>
        </a:spcAft>
        <a:buFont typeface="Arial" charset="0"/>
        <a:buChar char="~"/>
        <a:defRPr sz="2132">
          <a:solidFill>
            <a:schemeClr val="tx1"/>
          </a:solidFill>
          <a:latin typeface="+mn-lt"/>
          <a:ea typeface="+mn-ea"/>
          <a:cs typeface="+mn-cs"/>
        </a:defRPr>
      </a:lvl8pPr>
      <a:lvl9pPr marL="5179397" indent="-304670" algn="l" rtl="0" eaLnBrk="1" fontAlgn="base" hangingPunct="1">
        <a:spcBef>
          <a:spcPct val="20000"/>
        </a:spcBef>
        <a:spcAft>
          <a:spcPct val="0"/>
        </a:spcAft>
        <a:buFont typeface="Arial" charset="0"/>
        <a:buChar char="~"/>
        <a:defRPr sz="2132">
          <a:solidFill>
            <a:schemeClr val="tx1"/>
          </a:solidFill>
          <a:latin typeface="+mn-lt"/>
          <a:ea typeface="+mn-ea"/>
          <a:cs typeface="+mn-cs"/>
        </a:defRPr>
      </a:lvl9pPr>
    </p:bodyStyle>
    <p:otherStyle>
      <a:defPPr>
        <a:defRPr lang="zh-CN"/>
      </a:defPPr>
      <a:lvl1pPr marL="0" algn="l" defTabSz="1218682" rtl="0" eaLnBrk="1" latinLnBrk="0" hangingPunct="1">
        <a:defRPr sz="2399" kern="1200">
          <a:solidFill>
            <a:schemeClr val="tx1"/>
          </a:solidFill>
          <a:latin typeface="+mn-lt"/>
          <a:ea typeface="+mn-ea"/>
          <a:cs typeface="+mn-cs"/>
        </a:defRPr>
      </a:lvl1pPr>
      <a:lvl2pPr marL="609341" algn="l" defTabSz="1218682" rtl="0" eaLnBrk="1" latinLnBrk="0" hangingPunct="1">
        <a:defRPr sz="2399" kern="1200">
          <a:solidFill>
            <a:schemeClr val="tx1"/>
          </a:solidFill>
          <a:latin typeface="+mn-lt"/>
          <a:ea typeface="+mn-ea"/>
          <a:cs typeface="+mn-cs"/>
        </a:defRPr>
      </a:lvl2pPr>
      <a:lvl3pPr marL="1218682" algn="l" defTabSz="1218682" rtl="0" eaLnBrk="1" latinLnBrk="0" hangingPunct="1">
        <a:defRPr sz="2399" kern="1200">
          <a:solidFill>
            <a:schemeClr val="tx1"/>
          </a:solidFill>
          <a:latin typeface="+mn-lt"/>
          <a:ea typeface="+mn-ea"/>
          <a:cs typeface="+mn-cs"/>
        </a:defRPr>
      </a:lvl3pPr>
      <a:lvl4pPr marL="1828022" algn="l" defTabSz="1218682" rtl="0" eaLnBrk="1" latinLnBrk="0" hangingPunct="1">
        <a:defRPr sz="2399" kern="1200">
          <a:solidFill>
            <a:schemeClr val="tx1"/>
          </a:solidFill>
          <a:latin typeface="+mn-lt"/>
          <a:ea typeface="+mn-ea"/>
          <a:cs typeface="+mn-cs"/>
        </a:defRPr>
      </a:lvl4pPr>
      <a:lvl5pPr marL="2437364" algn="l" defTabSz="1218682" rtl="0" eaLnBrk="1" latinLnBrk="0" hangingPunct="1">
        <a:defRPr sz="2399" kern="1200">
          <a:solidFill>
            <a:schemeClr val="tx1"/>
          </a:solidFill>
          <a:latin typeface="+mn-lt"/>
          <a:ea typeface="+mn-ea"/>
          <a:cs typeface="+mn-cs"/>
        </a:defRPr>
      </a:lvl5pPr>
      <a:lvl6pPr marL="3046705" algn="l" defTabSz="1218682" rtl="0" eaLnBrk="1" latinLnBrk="0" hangingPunct="1">
        <a:defRPr sz="2399" kern="1200">
          <a:solidFill>
            <a:schemeClr val="tx1"/>
          </a:solidFill>
          <a:latin typeface="+mn-lt"/>
          <a:ea typeface="+mn-ea"/>
          <a:cs typeface="+mn-cs"/>
        </a:defRPr>
      </a:lvl6pPr>
      <a:lvl7pPr marL="3656046" algn="l" defTabSz="1218682" rtl="0" eaLnBrk="1" latinLnBrk="0" hangingPunct="1">
        <a:defRPr sz="2399" kern="1200">
          <a:solidFill>
            <a:schemeClr val="tx1"/>
          </a:solidFill>
          <a:latin typeface="+mn-lt"/>
          <a:ea typeface="+mn-ea"/>
          <a:cs typeface="+mn-cs"/>
        </a:defRPr>
      </a:lvl7pPr>
      <a:lvl8pPr marL="4265386" algn="l" defTabSz="1218682" rtl="0" eaLnBrk="1" latinLnBrk="0" hangingPunct="1">
        <a:defRPr sz="2399" kern="1200">
          <a:solidFill>
            <a:schemeClr val="tx1"/>
          </a:solidFill>
          <a:latin typeface="+mn-lt"/>
          <a:ea typeface="+mn-ea"/>
          <a:cs typeface="+mn-cs"/>
        </a:defRPr>
      </a:lvl8pPr>
      <a:lvl9pPr marL="4874727" algn="l" defTabSz="1218682" rtl="0" eaLnBrk="1" latinLnBrk="0" hangingPunct="1">
        <a:defRPr sz="23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E886C4A9-2C5E-EC44-8D62-420DF3BE0B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3869" y="6325091"/>
            <a:ext cx="1270304" cy="275024"/>
          </a:xfrm>
          <a:prstGeom prst="rect">
            <a:avLst/>
          </a:prstGeom>
        </p:spPr>
      </p:pic>
      <p:grpSp>
        <p:nvGrpSpPr>
          <p:cNvPr id="47" name="Group 46">
            <a:extLst>
              <a:ext uri="{FF2B5EF4-FFF2-40B4-BE49-F238E27FC236}">
                <a16:creationId xmlns:a16="http://schemas.microsoft.com/office/drawing/2014/main" id="{E2171E79-11D3-8648-9BEA-3C7660378BC9}"/>
              </a:ext>
            </a:extLst>
          </p:cNvPr>
          <p:cNvGrpSpPr>
            <a:grpSpLocks noChangeAspect="1"/>
          </p:cNvGrpSpPr>
          <p:nvPr userDrawn="1"/>
        </p:nvGrpSpPr>
        <p:grpSpPr>
          <a:xfrm>
            <a:off x="12285670" y="2625390"/>
            <a:ext cx="1962557" cy="4233515"/>
            <a:chOff x="5343883" y="-48857"/>
            <a:chExt cx="3263588" cy="7037279"/>
          </a:xfrm>
        </p:grpSpPr>
        <p:sp>
          <p:nvSpPr>
            <p:cNvPr id="69" name="矩形 13">
              <a:extLst>
                <a:ext uri="{FF2B5EF4-FFF2-40B4-BE49-F238E27FC236}">
                  <a16:creationId xmlns:a16="http://schemas.microsoft.com/office/drawing/2014/main" id="{2056A118-9F13-2644-8C4D-19B83F915923}"/>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70" name="文本框 15">
              <a:extLst>
                <a:ext uri="{FF2B5EF4-FFF2-40B4-BE49-F238E27FC236}">
                  <a16:creationId xmlns:a16="http://schemas.microsoft.com/office/drawing/2014/main" id="{B22FD20B-FED1-F14A-B606-EFB600078EA5}"/>
                </a:ext>
              </a:extLst>
            </p:cNvPr>
            <p:cNvSpPr txBox="1"/>
            <p:nvPr userDrawn="1"/>
          </p:nvSpPr>
          <p:spPr>
            <a:xfrm>
              <a:off x="5352721" y="1694497"/>
              <a:ext cx="1636699" cy="204645"/>
            </a:xfrm>
            <a:prstGeom prst="rect">
              <a:avLst/>
            </a:prstGeom>
            <a:noFill/>
          </p:spPr>
          <p:txBody>
            <a:bodyPr wrap="square" lIns="0" tIns="0" rIns="0" bIns="0" rtlCol="0" anchor="b" anchorCtr="0">
              <a:spAutoFit/>
            </a:bodyPr>
            <a:lstStyle/>
            <a:p>
              <a:pPr algn="l">
                <a:lnSpc>
                  <a:spcPct val="100000"/>
                </a:lnSpc>
              </a:pPr>
              <a:r>
                <a:rPr kumimoji="1" lang="en-US" altLang="zh-CN" sz="800" dirty="0">
                  <a:solidFill>
                    <a:schemeClr val="tx1"/>
                  </a:solidFill>
                  <a:latin typeface="Arial" panose="020B0604020202020204" pitchFamily="34" charset="0"/>
                  <a:ea typeface="Microsoft YaHei" panose="020B0503020204020204" pitchFamily="34" charset="-122"/>
                  <a:cs typeface="Arial" panose="020B0604020202020204" pitchFamily="34" charset="0"/>
                </a:rPr>
                <a:t>Secondary Colors</a:t>
              </a:r>
              <a:endParaRPr kumimoji="1" lang="zh-CN" altLang="en-US" sz="8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71" name="矩形 13">
              <a:extLst>
                <a:ext uri="{FF2B5EF4-FFF2-40B4-BE49-F238E27FC236}">
                  <a16:creationId xmlns:a16="http://schemas.microsoft.com/office/drawing/2014/main" id="{1BDF5E4A-1867-8E41-834A-BEF7F7DBCA4B}"/>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72" name="矩形 13">
              <a:extLst>
                <a:ext uri="{FF2B5EF4-FFF2-40B4-BE49-F238E27FC236}">
                  <a16:creationId xmlns:a16="http://schemas.microsoft.com/office/drawing/2014/main" id="{C1206869-819B-184C-810B-151F92C62236}"/>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73" name="矩形 13">
              <a:extLst>
                <a:ext uri="{FF2B5EF4-FFF2-40B4-BE49-F238E27FC236}">
                  <a16:creationId xmlns:a16="http://schemas.microsoft.com/office/drawing/2014/main" id="{7532BB58-5C8F-B442-A115-B92066928429}"/>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112"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74" name="矩形 13">
              <a:extLst>
                <a:ext uri="{FF2B5EF4-FFF2-40B4-BE49-F238E27FC236}">
                  <a16:creationId xmlns:a16="http://schemas.microsoft.com/office/drawing/2014/main" id="{19E144E8-C437-8E49-8068-D750BCB2B2F7}"/>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75" name="矩形 13">
              <a:extLst>
                <a:ext uri="{FF2B5EF4-FFF2-40B4-BE49-F238E27FC236}">
                  <a16:creationId xmlns:a16="http://schemas.microsoft.com/office/drawing/2014/main" id="{F707D190-CC54-CA46-946B-8609C53E3CB9}"/>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76" name="矩形 13">
              <a:extLst>
                <a:ext uri="{FF2B5EF4-FFF2-40B4-BE49-F238E27FC236}">
                  <a16:creationId xmlns:a16="http://schemas.microsoft.com/office/drawing/2014/main" id="{CA69D07A-4CB1-1C44-95EB-D5DD16C88C16}"/>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77" name="文本框 15">
              <a:extLst>
                <a:ext uri="{FF2B5EF4-FFF2-40B4-BE49-F238E27FC236}">
                  <a16:creationId xmlns:a16="http://schemas.microsoft.com/office/drawing/2014/main" id="{14051C33-7D8E-ED4E-A31B-8FAA52C8EDA5}"/>
                </a:ext>
              </a:extLst>
            </p:cNvPr>
            <p:cNvSpPr txBox="1"/>
            <p:nvPr userDrawn="1"/>
          </p:nvSpPr>
          <p:spPr>
            <a:xfrm>
              <a:off x="5343883" y="-48857"/>
              <a:ext cx="1358295" cy="204645"/>
            </a:xfrm>
            <a:prstGeom prst="rect">
              <a:avLst/>
            </a:prstGeom>
            <a:noFill/>
          </p:spPr>
          <p:txBody>
            <a:bodyPr wrap="square" lIns="0" tIns="0" rIns="0" bIns="0" rtlCol="0" anchor="b" anchorCtr="0">
              <a:spAutoFit/>
            </a:bodyPr>
            <a:lstStyle/>
            <a:p>
              <a:pPr algn="l">
                <a:lnSpc>
                  <a:spcPct val="100000"/>
                </a:lnSpc>
              </a:pPr>
              <a:r>
                <a:rPr kumimoji="1" lang="en-US" altLang="zh-CN" sz="800" dirty="0">
                  <a:solidFill>
                    <a:schemeClr val="tx1"/>
                  </a:solidFill>
                  <a:latin typeface="Arial" panose="020B0604020202020204" pitchFamily="34" charset="0"/>
                  <a:ea typeface="Microsoft YaHei" panose="020B0503020204020204" pitchFamily="34" charset="-122"/>
                  <a:cs typeface="Arial" panose="020B0604020202020204" pitchFamily="34" charset="0"/>
                </a:rPr>
                <a:t>Corporate Colors</a:t>
              </a:r>
              <a:endParaRPr kumimoji="1" lang="zh-CN" altLang="en-US" sz="8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78" name="矩形 13">
              <a:extLst>
                <a:ext uri="{FF2B5EF4-FFF2-40B4-BE49-F238E27FC236}">
                  <a16:creationId xmlns:a16="http://schemas.microsoft.com/office/drawing/2014/main" id="{697139C8-6378-7346-AA26-3DE355486404}"/>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79" name="矩形 13">
              <a:extLst>
                <a:ext uri="{FF2B5EF4-FFF2-40B4-BE49-F238E27FC236}">
                  <a16:creationId xmlns:a16="http://schemas.microsoft.com/office/drawing/2014/main" id="{F79CD551-CACB-A749-9460-B80C1456F4E8}"/>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80" name="矩形 13">
              <a:extLst>
                <a:ext uri="{FF2B5EF4-FFF2-40B4-BE49-F238E27FC236}">
                  <a16:creationId xmlns:a16="http://schemas.microsoft.com/office/drawing/2014/main" id="{659202D4-1C13-564B-AD21-AF809769236B}"/>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81" name="矩形 13">
              <a:extLst>
                <a:ext uri="{FF2B5EF4-FFF2-40B4-BE49-F238E27FC236}">
                  <a16:creationId xmlns:a16="http://schemas.microsoft.com/office/drawing/2014/main" id="{1D14C75E-3EEE-FA4D-8DA3-70B2C56F286F}"/>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82" name="矩形 13">
              <a:extLst>
                <a:ext uri="{FF2B5EF4-FFF2-40B4-BE49-F238E27FC236}">
                  <a16:creationId xmlns:a16="http://schemas.microsoft.com/office/drawing/2014/main" id="{9844BDEE-1453-9A40-B91C-2C526D59737B}"/>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83" name="矩形 13">
              <a:extLst>
                <a:ext uri="{FF2B5EF4-FFF2-40B4-BE49-F238E27FC236}">
                  <a16:creationId xmlns:a16="http://schemas.microsoft.com/office/drawing/2014/main" id="{533D13E9-5244-8E4F-9513-C00748CDDDF9}"/>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84" name="矩形 13">
              <a:extLst>
                <a:ext uri="{FF2B5EF4-FFF2-40B4-BE49-F238E27FC236}">
                  <a16:creationId xmlns:a16="http://schemas.microsoft.com/office/drawing/2014/main" id="{4EBE9DBF-E87C-4F4D-BBB1-81632C549613}"/>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85" name="矩形 13">
              <a:extLst>
                <a:ext uri="{FF2B5EF4-FFF2-40B4-BE49-F238E27FC236}">
                  <a16:creationId xmlns:a16="http://schemas.microsoft.com/office/drawing/2014/main" id="{422FC2B2-7928-F442-949E-D722F3DC9D01}"/>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86" name="矩形 13">
              <a:extLst>
                <a:ext uri="{FF2B5EF4-FFF2-40B4-BE49-F238E27FC236}">
                  <a16:creationId xmlns:a16="http://schemas.microsoft.com/office/drawing/2014/main" id="{5F38502B-99C0-4640-9E8D-7247A3238E22}"/>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87" name="矩形 13">
              <a:extLst>
                <a:ext uri="{FF2B5EF4-FFF2-40B4-BE49-F238E27FC236}">
                  <a16:creationId xmlns:a16="http://schemas.microsoft.com/office/drawing/2014/main" id="{1399EB62-5216-324F-B66C-AD6ED0004D51}"/>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88" name="矩形 13">
              <a:extLst>
                <a:ext uri="{FF2B5EF4-FFF2-40B4-BE49-F238E27FC236}">
                  <a16:creationId xmlns:a16="http://schemas.microsoft.com/office/drawing/2014/main" id="{DEDE780A-8050-FD48-B661-39532349131D}"/>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112"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89" name="矩形 13">
              <a:extLst>
                <a:ext uri="{FF2B5EF4-FFF2-40B4-BE49-F238E27FC236}">
                  <a16:creationId xmlns:a16="http://schemas.microsoft.com/office/drawing/2014/main" id="{9BDB304C-5E40-9647-A3EF-75D9BFFB7E5B}"/>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90" name="矩形 13">
              <a:extLst>
                <a:ext uri="{FF2B5EF4-FFF2-40B4-BE49-F238E27FC236}">
                  <a16:creationId xmlns:a16="http://schemas.microsoft.com/office/drawing/2014/main" id="{EC3A6DD7-CCD1-0C4F-B8D4-3D01C9FFC289}"/>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91" name="矩形 13">
              <a:extLst>
                <a:ext uri="{FF2B5EF4-FFF2-40B4-BE49-F238E27FC236}">
                  <a16:creationId xmlns:a16="http://schemas.microsoft.com/office/drawing/2014/main" id="{FC3F3193-22C2-A847-A957-DFCCDA9D1D88}"/>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92" name="矩形 13">
              <a:extLst>
                <a:ext uri="{FF2B5EF4-FFF2-40B4-BE49-F238E27FC236}">
                  <a16:creationId xmlns:a16="http://schemas.microsoft.com/office/drawing/2014/main" id="{851DFAF5-0D1C-C64A-87B5-B0C9497BA3EB}"/>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93" name="矩形 13">
              <a:extLst>
                <a:ext uri="{FF2B5EF4-FFF2-40B4-BE49-F238E27FC236}">
                  <a16:creationId xmlns:a16="http://schemas.microsoft.com/office/drawing/2014/main" id="{57EB9D15-6C1C-8340-A5D0-43B865B5951C}"/>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94" name="矩形 13">
              <a:extLst>
                <a:ext uri="{FF2B5EF4-FFF2-40B4-BE49-F238E27FC236}">
                  <a16:creationId xmlns:a16="http://schemas.microsoft.com/office/drawing/2014/main" id="{2B29D96D-3B3D-B944-92CB-FE0973E33810}"/>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95" name="矩形 13">
              <a:extLst>
                <a:ext uri="{FF2B5EF4-FFF2-40B4-BE49-F238E27FC236}">
                  <a16:creationId xmlns:a16="http://schemas.microsoft.com/office/drawing/2014/main" id="{35D234AC-C1A2-7248-94C0-BB95C4DFE743}"/>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96" name="矩形 13">
              <a:extLst>
                <a:ext uri="{FF2B5EF4-FFF2-40B4-BE49-F238E27FC236}">
                  <a16:creationId xmlns:a16="http://schemas.microsoft.com/office/drawing/2014/main" id="{2C241EB7-09A9-7E40-9241-F2D47E53E1FF}"/>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112"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97" name="矩形 13">
              <a:extLst>
                <a:ext uri="{FF2B5EF4-FFF2-40B4-BE49-F238E27FC236}">
                  <a16:creationId xmlns:a16="http://schemas.microsoft.com/office/drawing/2014/main" id="{63833C81-CC87-004C-AE5E-CB387B992636}"/>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98" name="矩形 13">
              <a:extLst>
                <a:ext uri="{FF2B5EF4-FFF2-40B4-BE49-F238E27FC236}">
                  <a16:creationId xmlns:a16="http://schemas.microsoft.com/office/drawing/2014/main" id="{77A96C4C-F3F3-484A-95BE-7E52C33A2FE2}"/>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99" name="矩形 13">
              <a:extLst>
                <a:ext uri="{FF2B5EF4-FFF2-40B4-BE49-F238E27FC236}">
                  <a16:creationId xmlns:a16="http://schemas.microsoft.com/office/drawing/2014/main" id="{66F0E6F8-F4D3-1B44-BB6D-F328A6CEA0C9}"/>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00" name="矩形 13">
              <a:extLst>
                <a:ext uri="{FF2B5EF4-FFF2-40B4-BE49-F238E27FC236}">
                  <a16:creationId xmlns:a16="http://schemas.microsoft.com/office/drawing/2014/main" id="{EEFEFB0D-48AF-8147-BDEB-B01E99ED82A7}"/>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01" name="矩形 13">
              <a:extLst>
                <a:ext uri="{FF2B5EF4-FFF2-40B4-BE49-F238E27FC236}">
                  <a16:creationId xmlns:a16="http://schemas.microsoft.com/office/drawing/2014/main" id="{3F7C47B0-D4EF-7047-9B96-1169C593055C}"/>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02" name="矩形 13">
              <a:extLst>
                <a:ext uri="{FF2B5EF4-FFF2-40B4-BE49-F238E27FC236}">
                  <a16:creationId xmlns:a16="http://schemas.microsoft.com/office/drawing/2014/main" id="{26A0A468-A37D-824A-8DA2-0B437212E07E}"/>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03" name="矩形 13">
              <a:extLst>
                <a:ext uri="{FF2B5EF4-FFF2-40B4-BE49-F238E27FC236}">
                  <a16:creationId xmlns:a16="http://schemas.microsoft.com/office/drawing/2014/main" id="{B0E79B3A-2E5F-ED4F-AA3D-00B685B18CA9}"/>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04" name="矩形 13">
              <a:extLst>
                <a:ext uri="{FF2B5EF4-FFF2-40B4-BE49-F238E27FC236}">
                  <a16:creationId xmlns:a16="http://schemas.microsoft.com/office/drawing/2014/main" id="{32D85E93-C860-B646-A67C-3D2FDCC07E8E}"/>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05" name="矩形 13">
              <a:extLst>
                <a:ext uri="{FF2B5EF4-FFF2-40B4-BE49-F238E27FC236}">
                  <a16:creationId xmlns:a16="http://schemas.microsoft.com/office/drawing/2014/main" id="{D9E271D3-C782-EA4B-B477-613B5CE7B0DA}"/>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06" name="矩形 13">
              <a:extLst>
                <a:ext uri="{FF2B5EF4-FFF2-40B4-BE49-F238E27FC236}">
                  <a16:creationId xmlns:a16="http://schemas.microsoft.com/office/drawing/2014/main" id="{3F3501FC-1CA1-714F-BF48-934C859FA443}"/>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07" name="矩形 13">
              <a:extLst>
                <a:ext uri="{FF2B5EF4-FFF2-40B4-BE49-F238E27FC236}">
                  <a16:creationId xmlns:a16="http://schemas.microsoft.com/office/drawing/2014/main" id="{55D4E001-16C8-3749-9816-95BDA789806E}"/>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08" name="矩形 13">
              <a:extLst>
                <a:ext uri="{FF2B5EF4-FFF2-40B4-BE49-F238E27FC236}">
                  <a16:creationId xmlns:a16="http://schemas.microsoft.com/office/drawing/2014/main" id="{77AD797E-A6D4-8148-B9A9-59A0D242F0FA}"/>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3" name="TextBox 2">
            <a:extLst>
              <a:ext uri="{FF2B5EF4-FFF2-40B4-BE49-F238E27FC236}">
                <a16:creationId xmlns:a16="http://schemas.microsoft.com/office/drawing/2014/main" id="{6785A3D6-1271-D247-9E96-1B376F4BE7BE}"/>
              </a:ext>
            </a:extLst>
          </p:cNvPr>
          <p:cNvSpPr txBox="1"/>
          <p:nvPr userDrawn="1"/>
        </p:nvSpPr>
        <p:spPr>
          <a:xfrm>
            <a:off x="1095040" y="6356939"/>
            <a:ext cx="2387464"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3845" y="6402807"/>
            <a:ext cx="499534" cy="138499"/>
          </a:xfrm>
          <a:prstGeom prst="rect">
            <a:avLst/>
          </a:prstGeom>
          <a:noFill/>
        </p:spPr>
        <p:txBody>
          <a:bodyPr wrap="square" lIns="0" tIns="0" rIns="0" bIns="0" rtlCol="0">
            <a:spAutoFit/>
          </a:bodyPr>
          <a:lstStyle/>
          <a:p>
            <a:pPr marL="0" marR="0" lvl="0" indent="0" algn="l" defTabSz="890493"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493"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2331713"/>
      </p:ext>
    </p:extLst>
  </p:cSld>
  <p:clrMap bg1="lt1" tx1="dk1" bg2="lt2" tx2="dk2" accent1="accent1" accent2="accent2" accent3="accent3" accent4="accent4" accent5="accent5" accent6="accent6" hlink="hlink" folHlink="folHlink"/>
  <p:hf hdr="0" ftr="0" dt="0"/>
  <p:txStyles>
    <p:titleStyle>
      <a:lvl1pPr algn="l" defTabSz="1187323" rtl="0" eaLnBrk="1" latinLnBrk="0" hangingPunct="1">
        <a:lnSpc>
          <a:spcPct val="90000"/>
        </a:lnSpc>
        <a:spcBef>
          <a:spcPct val="0"/>
        </a:spcBef>
        <a:buNone/>
        <a:defRPr sz="5714" kern="1200">
          <a:solidFill>
            <a:schemeClr val="tx1"/>
          </a:solidFill>
          <a:latin typeface="+mj-lt"/>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mn-lt"/>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4" name="组合 13"/>
          <p:cNvGrpSpPr/>
          <p:nvPr userDrawn="1"/>
        </p:nvGrpSpPr>
        <p:grpSpPr>
          <a:xfrm>
            <a:off x="0" y="6783917"/>
            <a:ext cx="12192000" cy="74083"/>
            <a:chOff x="0" y="5087938"/>
            <a:chExt cx="9144000" cy="55562"/>
          </a:xfrm>
        </p:grpSpPr>
        <p:pic>
          <p:nvPicPr>
            <p:cNvPr id="13" name="Picture 2" descr="E:\01 日常工作\10 多媒体\PPT内部汇报用模板\红条.jpg"/>
            <p:cNvPicPr>
              <a:picLocks noChangeAspect="1" noChangeArrowheads="1"/>
            </p:cNvPicPr>
            <p:nvPr userDrawn="1"/>
          </p:nvPicPr>
          <p:blipFill>
            <a:blip r:embed="rId14" cstate="print"/>
            <a:srcRect r="5813"/>
            <a:stretch>
              <a:fillRect/>
            </a:stretch>
          </p:blipFill>
          <p:spPr bwMode="auto">
            <a:xfrm>
              <a:off x="0" y="5087938"/>
              <a:ext cx="8616950" cy="55562"/>
            </a:xfrm>
            <a:prstGeom prst="rect">
              <a:avLst/>
            </a:prstGeom>
            <a:noFill/>
          </p:spPr>
        </p:pic>
        <p:pic>
          <p:nvPicPr>
            <p:cNvPr id="86" name="Picture 2" descr="E:\01 日常工作\10 多媒体\PPT内部汇报用模板\红条.jpg"/>
            <p:cNvPicPr>
              <a:picLocks noChangeAspect="1" noChangeArrowheads="1"/>
            </p:cNvPicPr>
            <p:nvPr userDrawn="1"/>
          </p:nvPicPr>
          <p:blipFill>
            <a:blip r:embed="rId14" cstate="print"/>
            <a:srcRect r="5813"/>
            <a:stretch>
              <a:fillRect/>
            </a:stretch>
          </p:blipFill>
          <p:spPr bwMode="auto">
            <a:xfrm>
              <a:off x="527050" y="5087938"/>
              <a:ext cx="8616950" cy="55562"/>
            </a:xfrm>
            <a:prstGeom prst="rect">
              <a:avLst/>
            </a:prstGeom>
            <a:noFill/>
          </p:spPr>
        </p:pic>
      </p:grpSp>
      <p:sp>
        <p:nvSpPr>
          <p:cNvPr id="20" name="TextBox 19"/>
          <p:cNvSpPr txBox="1"/>
          <p:nvPr userDrawn="1"/>
        </p:nvSpPr>
        <p:spPr>
          <a:xfrm>
            <a:off x="8578244" y="132412"/>
            <a:ext cx="3165739" cy="184666"/>
          </a:xfrm>
          <a:prstGeom prst="rect">
            <a:avLst/>
          </a:prstGeom>
          <a:noFill/>
        </p:spPr>
        <p:txBody>
          <a:bodyPr wrap="none" lIns="0" tIns="0" rIns="0" bIns="0" rtlCol="0">
            <a:spAutoFit/>
          </a:bodyPr>
          <a:lstStyle/>
          <a:p>
            <a:pPr algn="r"/>
            <a:r>
              <a:rPr lang="en-US" sz="1200" b="1" dirty="0"/>
              <a:t>HUAWEI   </a:t>
            </a:r>
            <a:r>
              <a:rPr lang="en-US" sz="1200" b="1" dirty="0">
                <a:solidFill>
                  <a:schemeClr val="tx2"/>
                </a:solidFill>
              </a:rPr>
              <a:t>|</a:t>
            </a:r>
            <a:r>
              <a:rPr lang="en-US" sz="1200" b="1" dirty="0"/>
              <a:t>   </a:t>
            </a:r>
            <a:r>
              <a:rPr lang="en-US" sz="1200" b="1" dirty="0">
                <a:solidFill>
                  <a:srgbClr val="6A6A6A"/>
                </a:solidFill>
              </a:rPr>
              <a:t>IRELAND </a:t>
            </a:r>
            <a:r>
              <a:rPr lang="en-US" sz="1200" b="1" dirty="0">
                <a:solidFill>
                  <a:schemeClr val="accent2"/>
                </a:solidFill>
              </a:rPr>
              <a:t>RESEARCH</a:t>
            </a:r>
            <a:r>
              <a:rPr lang="en-US" sz="1200" b="1" dirty="0"/>
              <a:t> </a:t>
            </a:r>
            <a:r>
              <a:rPr lang="en-US" sz="1200" b="1" dirty="0">
                <a:solidFill>
                  <a:srgbClr val="6A6A6A"/>
                </a:solidFill>
              </a:rPr>
              <a:t>CENTER, </a:t>
            </a:r>
            <a:r>
              <a:rPr lang="en-US" sz="1200" b="1" kern="1200" dirty="0">
                <a:solidFill>
                  <a:schemeClr val="accent2"/>
                </a:solidFill>
                <a:latin typeface="Calibri" pitchFamily="34" charset="0"/>
                <a:ea typeface="宋体" pitchFamily="2" charset="-122"/>
                <a:cs typeface="+mn-cs"/>
              </a:rPr>
              <a:t>SNI</a:t>
            </a:r>
            <a:r>
              <a:rPr lang="en-US" sz="1200" b="1" dirty="0">
                <a:solidFill>
                  <a:schemeClr val="accent2"/>
                </a:solidFill>
              </a:rPr>
              <a:t> Lab</a:t>
            </a:r>
          </a:p>
        </p:txBody>
      </p:sp>
      <p:sp>
        <p:nvSpPr>
          <p:cNvPr id="11" name="TextBox 10"/>
          <p:cNvSpPr txBox="1"/>
          <p:nvPr userDrawn="1"/>
        </p:nvSpPr>
        <p:spPr>
          <a:xfrm>
            <a:off x="1007534" y="6469679"/>
            <a:ext cx="464576" cy="246221"/>
          </a:xfrm>
          <a:prstGeom prst="rect">
            <a:avLst/>
          </a:prstGeom>
          <a:noFill/>
        </p:spPr>
        <p:txBody>
          <a:bodyPr wrap="square" rtlCol="0" anchor="t">
            <a:spAutoFit/>
          </a:bodyPr>
          <a:lstStyle/>
          <a:p>
            <a:fld id="{196A046C-4164-4165-98C3-051A40B86014}" type="slidenum">
              <a:rPr lang="en-US" sz="1000" smtClean="0">
                <a:solidFill>
                  <a:schemeClr val="bg1">
                    <a:lumMod val="75000"/>
                  </a:schemeClr>
                </a:solidFill>
                <a:latin typeface="Arial" panose="020B0604020202020204" pitchFamily="34" charset="0"/>
                <a:cs typeface="Arial" panose="020B0604020202020204" pitchFamily="34" charset="0"/>
              </a:rPr>
              <a:t>‹#›</a:t>
            </a:fld>
            <a:endParaRPr lang="en-US" sz="1000" dirty="0">
              <a:solidFill>
                <a:schemeClr val="bg1">
                  <a:lumMod val="75000"/>
                </a:schemeClr>
              </a:solidFill>
              <a:latin typeface="Arial" panose="020B0604020202020204" pitchFamily="34" charset="0"/>
              <a:cs typeface="Arial" panose="020B0604020202020204" pitchFamily="34" charset="0"/>
            </a:endParaRPr>
          </a:p>
        </p:txBody>
      </p:sp>
      <p:pic>
        <p:nvPicPr>
          <p:cNvPr id="12" name="Picture 1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7065539"/>
            <a:ext cx="2253177" cy="288000"/>
          </a:xfrm>
          <a:prstGeom prst="rect">
            <a:avLst/>
          </a:prstGeom>
        </p:spPr>
      </p:pic>
      <p:pic>
        <p:nvPicPr>
          <p:cNvPr id="16" name="Picture 15"/>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7456745" y="7065155"/>
            <a:ext cx="2744470" cy="288000"/>
          </a:xfrm>
          <a:prstGeom prst="rect">
            <a:avLst/>
          </a:prstGeom>
        </p:spPr>
      </p:pic>
      <p:sp>
        <p:nvSpPr>
          <p:cNvPr id="17" name="TextBox 16"/>
          <p:cNvSpPr txBox="1"/>
          <p:nvPr userDrawn="1"/>
        </p:nvSpPr>
        <p:spPr>
          <a:xfrm>
            <a:off x="5458646" y="6485067"/>
            <a:ext cx="1274708" cy="215444"/>
          </a:xfrm>
          <a:prstGeom prst="rect">
            <a:avLst/>
          </a:prstGeom>
          <a:noFill/>
        </p:spPr>
        <p:txBody>
          <a:bodyPr wrap="none" rtlCol="0">
            <a:spAutoFit/>
          </a:bodyPr>
          <a:lstStyle/>
          <a:p>
            <a:pPr algn="ctr"/>
            <a:r>
              <a:rPr lang="en-US" sz="800" baseline="0" dirty="0">
                <a:solidFill>
                  <a:srgbClr val="FF0000"/>
                </a:solidFill>
                <a:latin typeface="Arial" panose="020B0604020202020204" pitchFamily="34" charset="0"/>
                <a:ea typeface="Arial" panose="020B0604020202020204" pitchFamily="34" charset="0"/>
                <a:cs typeface="Arial" panose="020B0604020202020204" pitchFamily="34" charset="0"/>
              </a:rPr>
              <a:t>– Huawei </a:t>
            </a:r>
            <a:r>
              <a:rPr lang="en-US" sz="800" dirty="0">
                <a:solidFill>
                  <a:srgbClr val="FF0000"/>
                </a:solidFill>
                <a:latin typeface="Arial" panose="020B0604020202020204" pitchFamily="34" charset="0"/>
                <a:ea typeface="Arial" panose="020B0604020202020204" pitchFamily="34" charset="0"/>
                <a:cs typeface="Arial" panose="020B0604020202020204" pitchFamily="34" charset="0"/>
              </a:rPr>
              <a:t>Confidential</a:t>
            </a:r>
            <a:r>
              <a:rPr lang="en-US" sz="800" baseline="0" dirty="0">
                <a:solidFill>
                  <a:srgbClr val="FF0000"/>
                </a:solidFill>
                <a:latin typeface="Arial" panose="020B0604020202020204" pitchFamily="34" charset="0"/>
                <a:ea typeface="Arial" panose="020B0604020202020204" pitchFamily="34" charset="0"/>
                <a:cs typeface="Arial" panose="020B0604020202020204" pitchFamily="34" charset="0"/>
              </a:rPr>
              <a:t> –</a:t>
            </a:r>
            <a:endParaRPr lang="en-US" sz="800" dirty="0">
              <a:solidFill>
                <a:srgbClr val="FF0000"/>
              </a:solidFill>
              <a:latin typeface="Arial" panose="020B0604020202020204" pitchFamily="34" charset="0"/>
              <a:ea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4687126" y="7059194"/>
            <a:ext cx="2326454" cy="297366"/>
          </a:xfrm>
          <a:prstGeom prst="rect">
            <a:avLst/>
          </a:prstGeom>
        </p:spPr>
      </p:pic>
      <p:pic>
        <p:nvPicPr>
          <p:cNvPr id="4" name="Picture 3"/>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644381" y="7059194"/>
            <a:ext cx="1547618" cy="293961"/>
          </a:xfrm>
          <a:prstGeom prst="rect">
            <a:avLst/>
          </a:prstGeom>
        </p:spPr>
      </p:pic>
      <p:pic>
        <p:nvPicPr>
          <p:cNvPr id="6" name="Picture 5"/>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9923091" y="6270460"/>
            <a:ext cx="1820892" cy="398437"/>
          </a:xfrm>
          <a:prstGeom prst="rect">
            <a:avLst/>
          </a:prstGeom>
        </p:spPr>
      </p:pic>
    </p:spTree>
    <p:extLst>
      <p:ext uri="{BB962C8B-B14F-4D97-AF65-F5344CB8AC3E}">
        <p14:creationId xmlns:p14="http://schemas.microsoft.com/office/powerpoint/2010/main" val="235163559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hf hdr="0" ftr="0" dt="0"/>
  <p:txStyles>
    <p:titleStyle>
      <a:lvl1pPr algn="l" rtl="0" eaLnBrk="0" fontAlgn="base" hangingPunct="0">
        <a:spcBef>
          <a:spcPct val="0"/>
        </a:spcBef>
        <a:spcAft>
          <a:spcPct val="0"/>
        </a:spcAft>
        <a:defRPr sz="4265"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2pPr>
      <a:lvl3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3pPr>
      <a:lvl4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4pPr>
      <a:lvl5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5pPr>
      <a:lvl6pPr marL="6096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6pPr>
      <a:lvl7pPr marL="12192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7pPr>
      <a:lvl8pPr marL="18288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8pPr>
      <a:lvl9pPr marL="24384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9pPr>
    </p:titleStyle>
    <p:bodyStyle>
      <a:lvl1pPr marL="457200" indent="-457200" algn="l" rtl="0" eaLnBrk="0" fontAlgn="base" hangingPunct="0">
        <a:lnSpc>
          <a:spcPct val="140000"/>
        </a:lnSpc>
        <a:spcBef>
          <a:spcPct val="0"/>
        </a:spcBef>
        <a:spcAft>
          <a:spcPct val="0"/>
        </a:spcAft>
        <a:buClr>
          <a:srgbClr val="777777"/>
        </a:buClr>
        <a:buSzPct val="60000"/>
        <a:buFont typeface="Wingdings" panose="05000000000000000000" pitchFamily="2" charset="2"/>
        <a:buChar char="l"/>
        <a:defRPr sz="2665" b="1">
          <a:solidFill>
            <a:schemeClr val="tx1"/>
          </a:solidFill>
          <a:latin typeface="FrutigerNext LT Regular" pitchFamily="34" charset="0"/>
          <a:ea typeface="黑体" pitchFamily="49" charset="-122"/>
          <a:cs typeface="+mn-cs"/>
        </a:defRPr>
      </a:lvl1pPr>
      <a:lvl2pPr marL="990600" indent="-381000" algn="l" rtl="0" eaLnBrk="0" fontAlgn="base" hangingPunct="0">
        <a:lnSpc>
          <a:spcPct val="140000"/>
        </a:lnSpc>
        <a:spcBef>
          <a:spcPct val="0"/>
        </a:spcBef>
        <a:spcAft>
          <a:spcPct val="0"/>
        </a:spcAft>
        <a:buSzPct val="50000"/>
        <a:buFont typeface="Wingdings" panose="05000000000000000000" pitchFamily="2" charset="2"/>
        <a:buChar char="p"/>
        <a:defRPr>
          <a:solidFill>
            <a:schemeClr val="tx1"/>
          </a:solidFill>
          <a:latin typeface="+mn-lt"/>
          <a:ea typeface="+mn-ea"/>
          <a:cs typeface="+mn-cs"/>
        </a:defRPr>
      </a:lvl2pPr>
      <a:lvl3pPr marL="1524000" indent="-304800" algn="l" rtl="0" eaLnBrk="0" fontAlgn="base" hangingPunct="0">
        <a:lnSpc>
          <a:spcPct val="140000"/>
        </a:lnSpc>
        <a:spcBef>
          <a:spcPct val="0"/>
        </a:spcBef>
        <a:spcAft>
          <a:spcPct val="0"/>
        </a:spcAft>
        <a:buSzPct val="50000"/>
        <a:buFont typeface="Wingdings" panose="05000000000000000000" pitchFamily="2" charset="2"/>
        <a:buChar char="n"/>
        <a:defRPr sz="2135">
          <a:solidFill>
            <a:schemeClr val="tx1"/>
          </a:solidFill>
          <a:latin typeface="FrutigerNext LT Regular" pitchFamily="34" charset="0"/>
          <a:ea typeface="+mn-ea"/>
          <a:cs typeface="+mn-cs"/>
        </a:defRPr>
      </a:lvl3pPr>
      <a:lvl4pPr marL="2133600" indent="-304800" algn="l" rtl="0" eaLnBrk="0" fontAlgn="base" hangingPunct="0">
        <a:lnSpc>
          <a:spcPct val="140000"/>
        </a:lnSpc>
        <a:spcBef>
          <a:spcPct val="0"/>
        </a:spcBef>
        <a:spcAft>
          <a:spcPct val="0"/>
        </a:spcAft>
        <a:buChar char="–"/>
        <a:defRPr sz="1865">
          <a:solidFill>
            <a:schemeClr val="tx1"/>
          </a:solidFill>
          <a:latin typeface="FrutigerNext LT Regular" pitchFamily="34" charset="0"/>
          <a:ea typeface="+mn-ea"/>
          <a:cs typeface="+mn-cs"/>
        </a:defRPr>
      </a:lvl4pPr>
      <a:lvl5pPr marL="2743200" indent="-304800" algn="l" rtl="0" eaLnBrk="0" fontAlgn="base" hangingPunct="0">
        <a:lnSpc>
          <a:spcPct val="140000"/>
        </a:lnSpc>
        <a:spcBef>
          <a:spcPct val="0"/>
        </a:spcBef>
        <a:spcAft>
          <a:spcPct val="0"/>
        </a:spcAft>
        <a:buFont typeface="Arial" panose="020B0604020202020204" pitchFamily="34" charset="0"/>
        <a:buChar char="~"/>
        <a:defRPr sz="1600">
          <a:solidFill>
            <a:schemeClr val="tx1"/>
          </a:solidFill>
          <a:latin typeface="FrutigerNext LT Regular" pitchFamily="34" charset="0"/>
          <a:ea typeface="+mn-ea"/>
          <a:cs typeface="+mn-cs"/>
        </a:defRPr>
      </a:lvl5pPr>
      <a:lvl6pPr marL="33528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6pPr>
      <a:lvl7pPr marL="39624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7pPr>
      <a:lvl8pPr marL="45720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8pPr>
      <a:lvl9pPr marL="51816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4" name="组合 13"/>
          <p:cNvGrpSpPr/>
          <p:nvPr userDrawn="1"/>
        </p:nvGrpSpPr>
        <p:grpSpPr>
          <a:xfrm>
            <a:off x="0" y="6783917"/>
            <a:ext cx="12192000" cy="74083"/>
            <a:chOff x="0" y="5087938"/>
            <a:chExt cx="9144000" cy="55562"/>
          </a:xfrm>
        </p:grpSpPr>
        <p:pic>
          <p:nvPicPr>
            <p:cNvPr id="13" name="Picture 2" descr="E:\01 日常工作\10 多媒体\PPT内部汇报用模板\红条.jpg"/>
            <p:cNvPicPr>
              <a:picLocks noChangeAspect="1" noChangeArrowheads="1"/>
            </p:cNvPicPr>
            <p:nvPr userDrawn="1"/>
          </p:nvPicPr>
          <p:blipFill>
            <a:blip r:embed="rId10" cstate="print"/>
            <a:srcRect r="5813"/>
            <a:stretch>
              <a:fillRect/>
            </a:stretch>
          </p:blipFill>
          <p:spPr bwMode="auto">
            <a:xfrm>
              <a:off x="0" y="5087938"/>
              <a:ext cx="8616950" cy="55562"/>
            </a:xfrm>
            <a:prstGeom prst="rect">
              <a:avLst/>
            </a:prstGeom>
            <a:noFill/>
          </p:spPr>
        </p:pic>
        <p:pic>
          <p:nvPicPr>
            <p:cNvPr id="86" name="Picture 2" descr="E:\01 日常工作\10 多媒体\PPT内部汇报用模板\红条.jpg"/>
            <p:cNvPicPr>
              <a:picLocks noChangeAspect="1" noChangeArrowheads="1"/>
            </p:cNvPicPr>
            <p:nvPr userDrawn="1"/>
          </p:nvPicPr>
          <p:blipFill>
            <a:blip r:embed="rId10" cstate="print"/>
            <a:srcRect r="5813"/>
            <a:stretch>
              <a:fillRect/>
            </a:stretch>
          </p:blipFill>
          <p:spPr bwMode="auto">
            <a:xfrm>
              <a:off x="527050" y="5087938"/>
              <a:ext cx="8616950" cy="55562"/>
            </a:xfrm>
            <a:prstGeom prst="rect">
              <a:avLst/>
            </a:prstGeom>
            <a:noFill/>
          </p:spPr>
        </p:pic>
      </p:grpSp>
      <p:sp>
        <p:nvSpPr>
          <p:cNvPr id="20" name="TextBox 19"/>
          <p:cNvSpPr txBox="1"/>
          <p:nvPr userDrawn="1"/>
        </p:nvSpPr>
        <p:spPr>
          <a:xfrm>
            <a:off x="8578244" y="132412"/>
            <a:ext cx="3165739" cy="184666"/>
          </a:xfrm>
          <a:prstGeom prst="rect">
            <a:avLst/>
          </a:prstGeom>
          <a:noFill/>
        </p:spPr>
        <p:txBody>
          <a:bodyPr wrap="none" lIns="0" tIns="0" rIns="0" bIns="0" rtlCol="0">
            <a:spAutoFit/>
          </a:bodyPr>
          <a:lstStyle/>
          <a:p>
            <a:pPr algn="r"/>
            <a:r>
              <a:rPr lang="en-US" sz="1200" b="1" dirty="0"/>
              <a:t>HUAWEI   </a:t>
            </a:r>
            <a:r>
              <a:rPr lang="en-US" sz="1200" b="1" dirty="0">
                <a:solidFill>
                  <a:schemeClr val="tx2"/>
                </a:solidFill>
              </a:rPr>
              <a:t>|</a:t>
            </a:r>
            <a:r>
              <a:rPr lang="en-US" sz="1200" b="1" dirty="0"/>
              <a:t>   </a:t>
            </a:r>
            <a:r>
              <a:rPr lang="en-US" sz="1200" b="1" dirty="0">
                <a:solidFill>
                  <a:srgbClr val="6A6A6A"/>
                </a:solidFill>
              </a:rPr>
              <a:t>IRELAND </a:t>
            </a:r>
            <a:r>
              <a:rPr lang="en-US" sz="1200" b="1" dirty="0">
                <a:solidFill>
                  <a:schemeClr val="accent2"/>
                </a:solidFill>
              </a:rPr>
              <a:t>RESEARCH</a:t>
            </a:r>
            <a:r>
              <a:rPr lang="en-US" sz="1200" b="1" dirty="0"/>
              <a:t> </a:t>
            </a:r>
            <a:r>
              <a:rPr lang="en-US" sz="1200" b="1" dirty="0">
                <a:solidFill>
                  <a:srgbClr val="6A6A6A"/>
                </a:solidFill>
              </a:rPr>
              <a:t>CENTER, </a:t>
            </a:r>
            <a:r>
              <a:rPr lang="en-US" sz="1200" b="1" kern="1200" dirty="0">
                <a:solidFill>
                  <a:schemeClr val="accent2"/>
                </a:solidFill>
                <a:latin typeface="Calibri" pitchFamily="34" charset="0"/>
                <a:ea typeface="宋体" pitchFamily="2" charset="-122"/>
                <a:cs typeface="+mn-cs"/>
              </a:rPr>
              <a:t>SNI</a:t>
            </a:r>
            <a:r>
              <a:rPr lang="en-US" sz="1200" b="1" dirty="0">
                <a:solidFill>
                  <a:schemeClr val="accent2"/>
                </a:solidFill>
              </a:rPr>
              <a:t> Lab</a:t>
            </a:r>
          </a:p>
        </p:txBody>
      </p:sp>
      <p:sp>
        <p:nvSpPr>
          <p:cNvPr id="11" name="TextBox 10"/>
          <p:cNvSpPr txBox="1"/>
          <p:nvPr userDrawn="1"/>
        </p:nvSpPr>
        <p:spPr>
          <a:xfrm>
            <a:off x="1007534" y="6469679"/>
            <a:ext cx="464576" cy="246221"/>
          </a:xfrm>
          <a:prstGeom prst="rect">
            <a:avLst/>
          </a:prstGeom>
          <a:noFill/>
        </p:spPr>
        <p:txBody>
          <a:bodyPr wrap="square" rtlCol="0" anchor="t">
            <a:spAutoFit/>
          </a:bodyPr>
          <a:lstStyle/>
          <a:p>
            <a:fld id="{196A046C-4164-4165-98C3-051A40B86014}" type="slidenum">
              <a:rPr lang="en-US" sz="1000" smtClean="0">
                <a:solidFill>
                  <a:schemeClr val="bg1">
                    <a:lumMod val="75000"/>
                  </a:schemeClr>
                </a:solidFill>
                <a:latin typeface="Arial" panose="020B0604020202020204" pitchFamily="34" charset="0"/>
                <a:cs typeface="Arial" panose="020B0604020202020204" pitchFamily="34" charset="0"/>
              </a:rPr>
              <a:t>‹#›</a:t>
            </a:fld>
            <a:endParaRPr lang="en-US" sz="1000" dirty="0">
              <a:solidFill>
                <a:schemeClr val="bg1">
                  <a:lumMod val="75000"/>
                </a:schemeClr>
              </a:solidFill>
              <a:latin typeface="Arial" panose="020B0604020202020204" pitchFamily="34" charset="0"/>
              <a:cs typeface="Arial" panose="020B0604020202020204" pitchFamily="34" charset="0"/>
            </a:endParaRPr>
          </a:p>
        </p:txBody>
      </p:sp>
      <p:pic>
        <p:nvPicPr>
          <p:cNvPr id="12" name="Picture 11"/>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7065539"/>
            <a:ext cx="2253177" cy="288000"/>
          </a:xfrm>
          <a:prstGeom prst="rect">
            <a:avLst/>
          </a:prstGeom>
        </p:spPr>
      </p:pic>
      <p:pic>
        <p:nvPicPr>
          <p:cNvPr id="16" name="Picture 15"/>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456745" y="7065155"/>
            <a:ext cx="2744470" cy="288000"/>
          </a:xfrm>
          <a:prstGeom prst="rect">
            <a:avLst/>
          </a:prstGeom>
        </p:spPr>
      </p:pic>
      <p:sp>
        <p:nvSpPr>
          <p:cNvPr id="17" name="TextBox 16"/>
          <p:cNvSpPr txBox="1"/>
          <p:nvPr userDrawn="1"/>
        </p:nvSpPr>
        <p:spPr>
          <a:xfrm>
            <a:off x="5458646" y="6485067"/>
            <a:ext cx="1274708" cy="215444"/>
          </a:xfrm>
          <a:prstGeom prst="rect">
            <a:avLst/>
          </a:prstGeom>
          <a:noFill/>
        </p:spPr>
        <p:txBody>
          <a:bodyPr wrap="none" rtlCol="0">
            <a:spAutoFit/>
          </a:bodyPr>
          <a:lstStyle/>
          <a:p>
            <a:pPr algn="ctr"/>
            <a:r>
              <a:rPr lang="en-US" sz="800" baseline="0">
                <a:solidFill>
                  <a:srgbClr val="FF0000"/>
                </a:solidFill>
                <a:latin typeface="Arial" charset="0"/>
                <a:ea typeface="Arial" charset="0"/>
                <a:cs typeface="Arial" charset="0"/>
              </a:rPr>
              <a:t>– Huawei </a:t>
            </a:r>
            <a:r>
              <a:rPr lang="en-US" sz="800">
                <a:solidFill>
                  <a:srgbClr val="FF0000"/>
                </a:solidFill>
                <a:latin typeface="Arial" charset="0"/>
                <a:ea typeface="Arial" charset="0"/>
                <a:cs typeface="Arial" charset="0"/>
              </a:rPr>
              <a:t>Confidential</a:t>
            </a:r>
            <a:r>
              <a:rPr lang="en-US" sz="800" baseline="0">
                <a:solidFill>
                  <a:srgbClr val="FF0000"/>
                </a:solidFill>
                <a:latin typeface="Arial" charset="0"/>
                <a:ea typeface="Arial" charset="0"/>
                <a:cs typeface="Arial" charset="0"/>
              </a:rPr>
              <a:t> </a:t>
            </a:r>
            <a:r>
              <a:rPr lang="en-US" sz="800" baseline="0" dirty="0">
                <a:solidFill>
                  <a:srgbClr val="FF0000"/>
                </a:solidFill>
                <a:latin typeface="Arial" charset="0"/>
                <a:ea typeface="Arial" charset="0"/>
                <a:cs typeface="Arial" charset="0"/>
              </a:rPr>
              <a:t>–</a:t>
            </a:r>
            <a:endParaRPr lang="en-US" sz="800" dirty="0">
              <a:solidFill>
                <a:srgbClr val="FF0000"/>
              </a:solidFill>
              <a:latin typeface="Arial" charset="0"/>
              <a:ea typeface="Arial" charset="0"/>
              <a:cs typeface="Arial" charset="0"/>
            </a:endParaRPr>
          </a:p>
        </p:txBody>
      </p:sp>
      <p:pic>
        <p:nvPicPr>
          <p:cNvPr id="3" name="Picture 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4687126" y="7059194"/>
            <a:ext cx="2326454" cy="297366"/>
          </a:xfrm>
          <a:prstGeom prst="rect">
            <a:avLst/>
          </a:prstGeom>
        </p:spPr>
      </p:pic>
      <p:pic>
        <p:nvPicPr>
          <p:cNvPr id="4" name="Picture 3"/>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644381" y="7059194"/>
            <a:ext cx="1547618" cy="293961"/>
          </a:xfrm>
          <a:prstGeom prst="rect">
            <a:avLst/>
          </a:prstGeom>
        </p:spPr>
      </p:pic>
      <p:pic>
        <p:nvPicPr>
          <p:cNvPr id="6" name="Picture 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923091" y="6270460"/>
            <a:ext cx="1820892" cy="398437"/>
          </a:xfrm>
          <a:prstGeom prst="rect">
            <a:avLst/>
          </a:prstGeom>
        </p:spPr>
      </p:pic>
    </p:spTree>
    <p:extLst>
      <p:ext uri="{BB962C8B-B14F-4D97-AF65-F5344CB8AC3E}">
        <p14:creationId xmlns:p14="http://schemas.microsoft.com/office/powerpoint/2010/main" val="2229166733"/>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hf hdr="0" ftr="0" dt="0"/>
  <p:txStyles>
    <p:titleStyle>
      <a:lvl1pPr algn="l" rtl="0" eaLnBrk="0" fontAlgn="base" hangingPunct="0">
        <a:spcBef>
          <a:spcPct val="0"/>
        </a:spcBef>
        <a:spcAft>
          <a:spcPct val="0"/>
        </a:spcAft>
        <a:defRPr sz="4267"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733"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733"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733"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733" b="1">
          <a:solidFill>
            <a:srgbClr val="990000"/>
          </a:solidFill>
          <a:latin typeface="FrutigerNext LT Medium" pitchFamily="34" charset="0"/>
          <a:ea typeface="黑体" pitchFamily="49" charset="-122"/>
          <a:cs typeface="宋体" charset="-122"/>
        </a:defRPr>
      </a:lvl5pPr>
      <a:lvl6pPr marL="609585" algn="l" rtl="0" eaLnBrk="1" fontAlgn="base" hangingPunct="1">
        <a:spcBef>
          <a:spcPct val="0"/>
        </a:spcBef>
        <a:spcAft>
          <a:spcPct val="0"/>
        </a:spcAft>
        <a:defRPr sz="4267" b="1">
          <a:solidFill>
            <a:srgbClr val="990000"/>
          </a:solidFill>
          <a:latin typeface="FrutigerNext LT Medium" pitchFamily="34" charset="0"/>
          <a:ea typeface="华文细黑" pitchFamily="2" charset="-122"/>
          <a:cs typeface="宋体" charset="-122"/>
        </a:defRPr>
      </a:lvl6pPr>
      <a:lvl7pPr marL="1219170" algn="l" rtl="0" eaLnBrk="1" fontAlgn="base" hangingPunct="1">
        <a:spcBef>
          <a:spcPct val="0"/>
        </a:spcBef>
        <a:spcAft>
          <a:spcPct val="0"/>
        </a:spcAft>
        <a:defRPr sz="4267" b="1">
          <a:solidFill>
            <a:srgbClr val="990000"/>
          </a:solidFill>
          <a:latin typeface="FrutigerNext LT Medium" pitchFamily="34" charset="0"/>
          <a:ea typeface="华文细黑" pitchFamily="2" charset="-122"/>
          <a:cs typeface="宋体" charset="-122"/>
        </a:defRPr>
      </a:lvl7pPr>
      <a:lvl8pPr marL="1828754" algn="l" rtl="0" eaLnBrk="1" fontAlgn="base" hangingPunct="1">
        <a:spcBef>
          <a:spcPct val="0"/>
        </a:spcBef>
        <a:spcAft>
          <a:spcPct val="0"/>
        </a:spcAft>
        <a:defRPr sz="4267" b="1">
          <a:solidFill>
            <a:srgbClr val="990000"/>
          </a:solidFill>
          <a:latin typeface="FrutigerNext LT Medium" pitchFamily="34" charset="0"/>
          <a:ea typeface="华文细黑" pitchFamily="2" charset="-122"/>
          <a:cs typeface="宋体" charset="-122"/>
        </a:defRPr>
      </a:lvl8pPr>
      <a:lvl9pPr marL="2438339" algn="l" rtl="0" eaLnBrk="1" fontAlgn="base" hangingPunct="1">
        <a:spcBef>
          <a:spcPct val="0"/>
        </a:spcBef>
        <a:spcAft>
          <a:spcPct val="0"/>
        </a:spcAft>
        <a:defRPr sz="4267" b="1">
          <a:solidFill>
            <a:srgbClr val="990000"/>
          </a:solidFill>
          <a:latin typeface="FrutigerNext LT Medium" pitchFamily="34" charset="0"/>
          <a:ea typeface="华文细黑" pitchFamily="2" charset="-122"/>
          <a:cs typeface="宋体" charset="-122"/>
        </a:defRPr>
      </a:lvl9pPr>
    </p:titleStyle>
    <p:bodyStyle>
      <a:lvl1pPr marL="457189" indent="-457189" algn="l" rtl="0" eaLnBrk="0" fontAlgn="base" hangingPunct="0">
        <a:lnSpc>
          <a:spcPct val="140000"/>
        </a:lnSpc>
        <a:spcBef>
          <a:spcPct val="0"/>
        </a:spcBef>
        <a:spcAft>
          <a:spcPct val="0"/>
        </a:spcAft>
        <a:buClr>
          <a:srgbClr val="777777"/>
        </a:buClr>
        <a:buSzPct val="60000"/>
        <a:buFont typeface="Wingdings" pitchFamily="2" charset="2"/>
        <a:buChar char="l"/>
        <a:defRPr sz="2667" b="1">
          <a:solidFill>
            <a:schemeClr val="tx1"/>
          </a:solidFill>
          <a:latin typeface="FrutigerNext LT Regular" pitchFamily="34" charset="0"/>
          <a:ea typeface="黑体" pitchFamily="49" charset="-122"/>
          <a:cs typeface="+mn-cs"/>
        </a:defRPr>
      </a:lvl1pPr>
      <a:lvl2pPr marL="990575" indent="-38099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523962" indent="-304792" algn="l" rtl="0" eaLnBrk="0" fontAlgn="base" hangingPunct="0">
        <a:lnSpc>
          <a:spcPct val="140000"/>
        </a:lnSpc>
        <a:spcBef>
          <a:spcPct val="0"/>
        </a:spcBef>
        <a:spcAft>
          <a:spcPct val="0"/>
        </a:spcAft>
        <a:buSzPct val="50000"/>
        <a:buFont typeface="Wingdings" pitchFamily="2" charset="2"/>
        <a:buChar char="n"/>
        <a:defRPr sz="2133">
          <a:solidFill>
            <a:schemeClr val="tx1"/>
          </a:solidFill>
          <a:latin typeface="FrutigerNext LT Regular" pitchFamily="34" charset="0"/>
          <a:ea typeface="+mn-ea"/>
          <a:cs typeface="+mn-cs"/>
        </a:defRPr>
      </a:lvl3pPr>
      <a:lvl4pPr marL="2133547" indent="-304792" algn="l" rtl="0" eaLnBrk="0" fontAlgn="base" hangingPunct="0">
        <a:lnSpc>
          <a:spcPct val="140000"/>
        </a:lnSpc>
        <a:spcBef>
          <a:spcPct val="0"/>
        </a:spcBef>
        <a:spcAft>
          <a:spcPct val="0"/>
        </a:spcAft>
        <a:buChar char="–"/>
        <a:defRPr sz="1867">
          <a:solidFill>
            <a:schemeClr val="tx1"/>
          </a:solidFill>
          <a:latin typeface="FrutigerNext LT Regular" pitchFamily="34" charset="0"/>
          <a:ea typeface="+mn-ea"/>
          <a:cs typeface="+mn-cs"/>
        </a:defRPr>
      </a:lvl4pPr>
      <a:lvl5pPr marL="2743131" indent="-304792" algn="l" rtl="0" eaLnBrk="0" fontAlgn="base" hangingPunct="0">
        <a:lnSpc>
          <a:spcPct val="140000"/>
        </a:lnSpc>
        <a:spcBef>
          <a:spcPct val="0"/>
        </a:spcBef>
        <a:spcAft>
          <a:spcPct val="0"/>
        </a:spcAft>
        <a:buFont typeface="Arial" pitchFamily="34" charset="0"/>
        <a:buChar char="~"/>
        <a:defRPr sz="1600">
          <a:solidFill>
            <a:schemeClr val="tx1"/>
          </a:solidFill>
          <a:latin typeface="FrutigerNext LT Regular" pitchFamily="34" charset="0"/>
          <a:ea typeface="+mn-ea"/>
          <a:cs typeface="+mn-cs"/>
        </a:defRPr>
      </a:lvl5pPr>
      <a:lvl6pPr marL="3352716" indent="-304792" algn="l" rtl="0" eaLnBrk="1" fontAlgn="base" hangingPunct="1">
        <a:spcBef>
          <a:spcPct val="20000"/>
        </a:spcBef>
        <a:spcAft>
          <a:spcPct val="0"/>
        </a:spcAft>
        <a:buFont typeface="Arial" charset="0"/>
        <a:buChar char="~"/>
        <a:defRPr sz="2133">
          <a:solidFill>
            <a:schemeClr val="tx1"/>
          </a:solidFill>
          <a:latin typeface="+mn-lt"/>
          <a:ea typeface="+mn-ea"/>
          <a:cs typeface="+mn-cs"/>
        </a:defRPr>
      </a:lvl6pPr>
      <a:lvl7pPr marL="3962301" indent="-304792" algn="l" rtl="0" eaLnBrk="1" fontAlgn="base" hangingPunct="1">
        <a:spcBef>
          <a:spcPct val="20000"/>
        </a:spcBef>
        <a:spcAft>
          <a:spcPct val="0"/>
        </a:spcAft>
        <a:buFont typeface="Arial" charset="0"/>
        <a:buChar char="~"/>
        <a:defRPr sz="2133">
          <a:solidFill>
            <a:schemeClr val="tx1"/>
          </a:solidFill>
          <a:latin typeface="+mn-lt"/>
          <a:ea typeface="+mn-ea"/>
          <a:cs typeface="+mn-cs"/>
        </a:defRPr>
      </a:lvl7pPr>
      <a:lvl8pPr marL="4571886" indent="-304792" algn="l" rtl="0" eaLnBrk="1" fontAlgn="base" hangingPunct="1">
        <a:spcBef>
          <a:spcPct val="20000"/>
        </a:spcBef>
        <a:spcAft>
          <a:spcPct val="0"/>
        </a:spcAft>
        <a:buFont typeface="Arial" charset="0"/>
        <a:buChar char="~"/>
        <a:defRPr sz="2133">
          <a:solidFill>
            <a:schemeClr val="tx1"/>
          </a:solidFill>
          <a:latin typeface="+mn-lt"/>
          <a:ea typeface="+mn-ea"/>
          <a:cs typeface="+mn-cs"/>
        </a:defRPr>
      </a:lvl8pPr>
      <a:lvl9pPr marL="5181470" indent="-304792" algn="l" rtl="0" eaLnBrk="1" fontAlgn="base" hangingPunct="1">
        <a:spcBef>
          <a:spcPct val="20000"/>
        </a:spcBef>
        <a:spcAft>
          <a:spcPct val="0"/>
        </a:spcAft>
        <a:buFont typeface="Arial" charset="0"/>
        <a:buChar char="~"/>
        <a:defRPr sz="2133">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bwMode="auto">
          <a:xfrm flipH="1">
            <a:off x="0" y="1466672"/>
            <a:ext cx="12192000" cy="3757178"/>
          </a:xfrm>
          <a:prstGeom prst="rect">
            <a:avLst/>
          </a:prstGeom>
          <a:gradFill flip="none" rotWithShape="1">
            <a:gsLst>
              <a:gs pos="0">
                <a:srgbClr val="343A40">
                  <a:lumMod val="10000"/>
                  <a:lumOff val="90000"/>
                </a:srgbClr>
              </a:gs>
              <a:gs pos="100000">
                <a:schemeClr val="tx1">
                  <a:lumMod val="15000"/>
                  <a:lumOff val="85000"/>
                </a:schemeClr>
              </a:gs>
            </a:gsLst>
            <a:lin ang="10800000" scaled="1"/>
            <a:tileRect/>
          </a:gradFill>
          <a:ln>
            <a:noFill/>
          </a:ln>
        </p:spPr>
        <p:txBody>
          <a:bodyPr lIns="0" tIns="0" rIns="0" bIns="0"/>
          <a:lstStyle/>
          <a:p>
            <a:pPr marL="0" marR="0" lvl="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宋体" pitchFamily="2" charset="-122"/>
            </a:endParaRPr>
          </a:p>
        </p:txBody>
      </p:sp>
      <p:sp>
        <p:nvSpPr>
          <p:cNvPr id="7" name="Rectangle 6"/>
          <p:cNvSpPr/>
          <p:nvPr/>
        </p:nvSpPr>
        <p:spPr>
          <a:xfrm>
            <a:off x="5382244" y="6570229"/>
            <a:ext cx="1526380" cy="287771"/>
          </a:xfrm>
          <a:prstGeom prst="rect">
            <a:avLst/>
          </a:prstGeom>
        </p:spPr>
        <p:txBody>
          <a:bodyPr wrap="none">
            <a:spAutoFit/>
          </a:bodyPr>
          <a:lstStyle/>
          <a:p>
            <a:pPr marL="0" marR="0" lvl="0" indent="0" algn="ctr" defTabSz="914400" rtl="0" eaLnBrk="0" fontAlgn="base" latinLnBrk="0" hangingPunct="0">
              <a:lnSpc>
                <a:spcPct val="140000"/>
              </a:lnSpc>
              <a:spcBef>
                <a:spcPct val="0"/>
              </a:spcBef>
              <a:spcAft>
                <a:spcPct val="0"/>
              </a:spcAft>
              <a:buClr>
                <a:srgbClr val="777777"/>
              </a:buClr>
              <a:buSzPct val="60000"/>
              <a:buFontTx/>
              <a:buNone/>
              <a:tabLst/>
              <a:defRPr/>
            </a:pPr>
            <a:r>
              <a:rPr kumimoji="0" lang="en-US" sz="1000" b="0" i="0" u="none" strike="noStrike" kern="1200" cap="none" spc="0" normalizeH="0" baseline="0" noProof="0" dirty="0">
                <a:ln>
                  <a:noFill/>
                </a:ln>
                <a:solidFill>
                  <a:srgbClr val="FFFFFF">
                    <a:lumMod val="60000"/>
                    <a:lumOff val="40000"/>
                  </a:srgbClr>
                </a:solidFill>
                <a:effectLst/>
                <a:uLnTx/>
                <a:uFillTx/>
                <a:latin typeface="Calibri" pitchFamily="34" charset="0"/>
                <a:ea typeface="宋体" pitchFamily="2" charset="-122"/>
              </a:rPr>
              <a:t>— Huawei Confidential —</a:t>
            </a:r>
          </a:p>
        </p:txBody>
      </p:sp>
      <p:pic>
        <p:nvPicPr>
          <p:cNvPr id="11" name="图片 1" descr="grey.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652591"/>
            <a:ext cx="3585172" cy="3573663"/>
          </a:xfrm>
          <a:prstGeom prst="rect">
            <a:avLst/>
          </a:prstGeom>
        </p:spPr>
      </p:pic>
      <p:sp>
        <p:nvSpPr>
          <p:cNvPr id="12" name="Title 3"/>
          <p:cNvSpPr txBox="1"/>
          <p:nvPr/>
        </p:nvSpPr>
        <p:spPr bwMode="auto">
          <a:xfrm>
            <a:off x="3747600" y="1942760"/>
            <a:ext cx="8530626" cy="1905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90000" numCol="1" anchor="t" anchorCtr="0" compatLnSpc="1">
            <a:spAutoFit/>
          </a:bodyPr>
          <a:lstStyle>
            <a:lvl1pPr algn="l" rtl="0" eaLnBrk="0" fontAlgn="base" hangingPunct="0">
              <a:spcBef>
                <a:spcPct val="0"/>
              </a:spcBef>
              <a:spcAft>
                <a:spcPct val="0"/>
              </a:spcAft>
              <a:defRPr sz="3800" b="1">
                <a:solidFill>
                  <a:schemeClr val="bg1"/>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2pPr>
            <a:lvl3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3pPr>
            <a:lvl4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4pPr>
            <a:lvl5pPr algn="l" rtl="0" eaLnBrk="0" fontAlgn="base" hangingPunct="0">
              <a:spcBef>
                <a:spcPct val="0"/>
              </a:spcBef>
              <a:spcAft>
                <a:spcPct val="0"/>
              </a:spcAft>
              <a:defRPr sz="3735" b="1">
                <a:solidFill>
                  <a:srgbClr val="990000"/>
                </a:solidFill>
                <a:latin typeface="FrutigerNext LT Medium" pitchFamily="34" charset="0"/>
                <a:ea typeface="黑体" pitchFamily="49" charset="-122"/>
                <a:cs typeface="宋体" pitchFamily="2" charset="-122"/>
              </a:defRPr>
            </a:lvl5pPr>
            <a:lvl6pPr marL="6096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6pPr>
            <a:lvl7pPr marL="12192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7pPr>
            <a:lvl8pPr marL="18288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8pPr>
            <a:lvl9pPr marL="2438400" algn="l" rtl="0" eaLnBrk="1" fontAlgn="base" hangingPunct="1">
              <a:spcBef>
                <a:spcPct val="0"/>
              </a:spcBef>
              <a:spcAft>
                <a:spcPct val="0"/>
              </a:spcAft>
              <a:defRPr sz="4265" b="1">
                <a:solidFill>
                  <a:srgbClr val="990000"/>
                </a:solidFill>
                <a:latin typeface="FrutigerNext LT Medium" pitchFamily="34" charset="0"/>
                <a:ea typeface="华文细黑" pitchFamily="2" charset="-122"/>
                <a:cs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800" b="1" i="0" u="none" strike="noStrike" kern="0" cap="none" spc="0" normalizeH="0" baseline="0" noProof="0" dirty="0">
                <a:ln>
                  <a:noFill/>
                </a:ln>
                <a:solidFill>
                  <a:srgbClr val="000000">
                    <a:lumMod val="75000"/>
                    <a:lumOff val="25000"/>
                  </a:srgbClr>
                </a:solidFill>
                <a:effectLst/>
                <a:uLnTx/>
                <a:uFillTx/>
                <a:latin typeface="Arial" panose="020B0604020202020204" pitchFamily="34" charset="0"/>
                <a:ea typeface="黑体" pitchFamily="49" charset="-122"/>
                <a:cs typeface="Arial" panose="020B0604020202020204" pitchFamily="34" charset="0"/>
              </a:rPr>
              <a:t>Presentation title</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800" kern="0" dirty="0" err="1">
                <a:solidFill>
                  <a:srgbClr val="000000">
                    <a:lumMod val="75000"/>
                    <a:lumOff val="25000"/>
                  </a:srgbClr>
                </a:solidFill>
              </a:rPr>
              <a:t>One-line subtitle</a:t>
            </a:r>
          </a:p>
        </p:txBody>
      </p:sp>
      <p:sp>
        <p:nvSpPr>
          <p:cNvPr id="13" name="Text Placeholder 5"/>
          <p:cNvSpPr txBox="1"/>
          <p:nvPr/>
        </p:nvSpPr>
        <p:spPr>
          <a:xfrm>
            <a:off x="3747600" y="4300352"/>
            <a:ext cx="4720231" cy="533400"/>
          </a:xfrm>
          <a:prstGeom prst="rect">
            <a:avLst/>
          </a:prstGeom>
        </p:spPr>
        <p:txBody>
          <a:bodyPr lIns="0" rIns="0"/>
          <a:lstStyle>
            <a:lvl1pPr marL="0" indent="0" algn="l" rtl="0" eaLnBrk="0" fontAlgn="base" hangingPunct="0">
              <a:lnSpc>
                <a:spcPct val="140000"/>
              </a:lnSpc>
              <a:spcBef>
                <a:spcPct val="0"/>
              </a:spcBef>
              <a:spcAft>
                <a:spcPct val="0"/>
              </a:spcAft>
              <a:buClr>
                <a:srgbClr val="777777"/>
              </a:buClr>
              <a:buSzPct val="60000"/>
              <a:buFont typeface="Wingdings" panose="05000000000000000000" pitchFamily="2" charset="2"/>
              <a:buNone/>
              <a:defRPr sz="1800" b="0">
                <a:solidFill>
                  <a:schemeClr val="bg1"/>
                </a:solidFill>
                <a:latin typeface="Arial" panose="020B0604020202020204" pitchFamily="34" charset="0"/>
                <a:ea typeface="黑体" pitchFamily="49" charset="-122"/>
                <a:cs typeface="Arial" panose="020B0604020202020204" pitchFamily="34" charset="0"/>
              </a:defRPr>
            </a:lvl1pPr>
            <a:lvl2pPr marL="990600" indent="-381000" algn="l" rtl="0" eaLnBrk="0" fontAlgn="base" hangingPunct="0">
              <a:lnSpc>
                <a:spcPct val="140000"/>
              </a:lnSpc>
              <a:spcBef>
                <a:spcPct val="0"/>
              </a:spcBef>
              <a:spcAft>
                <a:spcPct val="0"/>
              </a:spcAft>
              <a:buSzPct val="50000"/>
              <a:buFont typeface="Wingdings" panose="05000000000000000000" pitchFamily="2" charset="2"/>
              <a:buChar char="p"/>
              <a:defRPr>
                <a:solidFill>
                  <a:schemeClr val="tx1"/>
                </a:solidFill>
                <a:latin typeface="+mn-lt"/>
                <a:ea typeface="+mn-ea"/>
                <a:cs typeface="+mn-cs"/>
              </a:defRPr>
            </a:lvl2pPr>
            <a:lvl3pPr marL="1524000" indent="-304800" algn="l" rtl="0" eaLnBrk="0" fontAlgn="base" hangingPunct="0">
              <a:lnSpc>
                <a:spcPct val="140000"/>
              </a:lnSpc>
              <a:spcBef>
                <a:spcPct val="0"/>
              </a:spcBef>
              <a:spcAft>
                <a:spcPct val="0"/>
              </a:spcAft>
              <a:buSzPct val="50000"/>
              <a:buFont typeface="Wingdings" panose="05000000000000000000" pitchFamily="2" charset="2"/>
              <a:buChar char="n"/>
              <a:defRPr sz="2135">
                <a:solidFill>
                  <a:schemeClr val="tx1"/>
                </a:solidFill>
                <a:latin typeface="FrutigerNext LT Regular" pitchFamily="34" charset="0"/>
                <a:ea typeface="+mn-ea"/>
                <a:cs typeface="+mn-cs"/>
              </a:defRPr>
            </a:lvl3pPr>
            <a:lvl4pPr marL="2133600" indent="-304800" algn="l" rtl="0" eaLnBrk="0" fontAlgn="base" hangingPunct="0">
              <a:lnSpc>
                <a:spcPct val="140000"/>
              </a:lnSpc>
              <a:spcBef>
                <a:spcPct val="0"/>
              </a:spcBef>
              <a:spcAft>
                <a:spcPct val="0"/>
              </a:spcAft>
              <a:buChar char="–"/>
              <a:defRPr sz="1865">
                <a:solidFill>
                  <a:schemeClr val="tx1"/>
                </a:solidFill>
                <a:latin typeface="FrutigerNext LT Regular" pitchFamily="34" charset="0"/>
                <a:ea typeface="+mn-ea"/>
                <a:cs typeface="+mn-cs"/>
              </a:defRPr>
            </a:lvl4pPr>
            <a:lvl5pPr marL="2743200" indent="-304800" algn="l" rtl="0" eaLnBrk="0" fontAlgn="base" hangingPunct="0">
              <a:lnSpc>
                <a:spcPct val="140000"/>
              </a:lnSpc>
              <a:spcBef>
                <a:spcPct val="0"/>
              </a:spcBef>
              <a:spcAft>
                <a:spcPct val="0"/>
              </a:spcAft>
              <a:buFont typeface="Arial" panose="020B0604020202020204" pitchFamily="34" charset="0"/>
              <a:buChar char="~"/>
              <a:defRPr sz="1600">
                <a:solidFill>
                  <a:schemeClr val="tx1"/>
                </a:solidFill>
                <a:latin typeface="FrutigerNext LT Regular" pitchFamily="34" charset="0"/>
                <a:ea typeface="+mn-ea"/>
                <a:cs typeface="+mn-cs"/>
              </a:defRPr>
            </a:lvl5pPr>
            <a:lvl6pPr marL="33528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6pPr>
            <a:lvl7pPr marL="39624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7pPr>
            <a:lvl8pPr marL="45720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8pPr>
            <a:lvl9pPr marL="51816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9pPr>
          </a:lstStyle>
          <a:p>
            <a:pPr marL="0" marR="0" lvl="0" indent="0" algn="l" defTabSz="914400" rtl="0" eaLnBrk="0" fontAlgn="base" latinLnBrk="0" hangingPunct="0">
              <a:lnSpc>
                <a:spcPct val="140000"/>
              </a:lnSpc>
              <a:spcBef>
                <a:spcPct val="0"/>
              </a:spcBef>
              <a:spcAft>
                <a:spcPct val="0"/>
              </a:spcAft>
              <a:buClr>
                <a:srgbClr val="777777"/>
              </a:buClr>
              <a:buSzPct val="60000"/>
              <a:buFont typeface="Wingdings" panose="05000000000000000000" pitchFamily="2" charset="2"/>
              <a:buNone/>
              <a:tabLst/>
              <a:defRPr/>
            </a:pPr>
            <a:r>
              <a:rPr kumimoji="0" lang="en-US" sz="1400" b="0" i="0" u="none" strike="noStrike" kern="0" cap="none" spc="0" normalizeH="0" baseline="0" noProof="0" dirty="0">
                <a:ln>
                  <a:noFill/>
                </a:ln>
                <a:solidFill>
                  <a:srgbClr val="000000">
                    <a:lumMod val="75000"/>
                    <a:lumOff val="25000"/>
                  </a:srgbClr>
                </a:solidFill>
                <a:effectLst/>
                <a:uLnTx/>
                <a:uFillTx/>
                <a:latin typeface="Arial" panose="020B0604020202020204" pitchFamily="34" charset="0"/>
                <a:ea typeface="黑体" pitchFamily="49" charset="-122"/>
                <a:cs typeface="Arial" panose="020B0604020202020204" pitchFamily="34" charset="0"/>
              </a:rPr>
              <a:t>Team Name</a:t>
            </a:r>
          </a:p>
        </p:txBody>
      </p:sp>
      <p:sp>
        <p:nvSpPr>
          <p:cNvPr id="14" name="Text Placeholder 4"/>
          <p:cNvSpPr txBox="1"/>
          <p:nvPr/>
        </p:nvSpPr>
        <p:spPr>
          <a:xfrm>
            <a:off x="3747600" y="3684154"/>
            <a:ext cx="7430956" cy="639233"/>
          </a:xfrm>
          <a:prstGeom prst="rect">
            <a:avLst/>
          </a:prstGeom>
        </p:spPr>
        <p:txBody>
          <a:bodyPr lIns="0" tIns="0" rIns="0" bIns="0" anchor="ctr"/>
          <a:lstStyle>
            <a:lvl1pPr marL="0" indent="0" algn="l" rtl="0" eaLnBrk="0" fontAlgn="base" hangingPunct="0">
              <a:lnSpc>
                <a:spcPct val="140000"/>
              </a:lnSpc>
              <a:spcBef>
                <a:spcPct val="0"/>
              </a:spcBef>
              <a:spcAft>
                <a:spcPct val="0"/>
              </a:spcAft>
              <a:buClr>
                <a:srgbClr val="777777"/>
              </a:buClr>
              <a:buSzPct val="60000"/>
              <a:buFont typeface="Wingdings" panose="05000000000000000000" pitchFamily="2" charset="2"/>
              <a:buNone/>
              <a:defRPr sz="2400" b="0">
                <a:solidFill>
                  <a:schemeClr val="bg1"/>
                </a:solidFill>
                <a:latin typeface="Arial" panose="020B0604020202020204" pitchFamily="34" charset="0"/>
                <a:ea typeface="黑体" pitchFamily="49" charset="-122"/>
                <a:cs typeface="Arial" panose="020B0604020202020204" pitchFamily="34" charset="0"/>
              </a:defRPr>
            </a:lvl1pPr>
            <a:lvl2pPr marL="609600" indent="0" algn="l" rtl="0" eaLnBrk="0" fontAlgn="base" hangingPunct="0">
              <a:lnSpc>
                <a:spcPct val="140000"/>
              </a:lnSpc>
              <a:spcBef>
                <a:spcPct val="0"/>
              </a:spcBef>
              <a:spcAft>
                <a:spcPct val="0"/>
              </a:spcAft>
              <a:buSzPct val="50000"/>
              <a:buFont typeface="Wingdings" panose="05000000000000000000" pitchFamily="2" charset="2"/>
              <a:buNone/>
              <a:defRPr sz="3200">
                <a:solidFill>
                  <a:schemeClr val="bg1"/>
                </a:solidFill>
                <a:latin typeface="+mn-lt"/>
                <a:ea typeface="+mn-ea"/>
                <a:cs typeface="+mn-cs"/>
              </a:defRPr>
            </a:lvl2pPr>
            <a:lvl3pPr marL="1219200" indent="0" algn="l" rtl="0" eaLnBrk="0" fontAlgn="base" hangingPunct="0">
              <a:lnSpc>
                <a:spcPct val="140000"/>
              </a:lnSpc>
              <a:spcBef>
                <a:spcPct val="0"/>
              </a:spcBef>
              <a:spcAft>
                <a:spcPct val="0"/>
              </a:spcAft>
              <a:buSzPct val="50000"/>
              <a:buFont typeface="Wingdings" panose="05000000000000000000" pitchFamily="2" charset="2"/>
              <a:buNone/>
              <a:defRPr sz="3200">
                <a:solidFill>
                  <a:schemeClr val="bg1"/>
                </a:solidFill>
                <a:latin typeface="FrutigerNext LT Regular" pitchFamily="34" charset="0"/>
                <a:ea typeface="+mn-ea"/>
                <a:cs typeface="+mn-cs"/>
              </a:defRPr>
            </a:lvl3pPr>
            <a:lvl4pPr marL="1828800" indent="0" algn="l" rtl="0" eaLnBrk="0" fontAlgn="base" hangingPunct="0">
              <a:lnSpc>
                <a:spcPct val="140000"/>
              </a:lnSpc>
              <a:spcBef>
                <a:spcPct val="0"/>
              </a:spcBef>
              <a:spcAft>
                <a:spcPct val="0"/>
              </a:spcAft>
              <a:buNone/>
              <a:defRPr sz="3200">
                <a:solidFill>
                  <a:schemeClr val="bg1"/>
                </a:solidFill>
                <a:latin typeface="FrutigerNext LT Regular" pitchFamily="34" charset="0"/>
                <a:ea typeface="+mn-ea"/>
                <a:cs typeface="+mn-cs"/>
              </a:defRPr>
            </a:lvl4pPr>
            <a:lvl5pPr marL="2438400" indent="0" algn="l" rtl="0" eaLnBrk="0" fontAlgn="base" hangingPunct="0">
              <a:lnSpc>
                <a:spcPct val="140000"/>
              </a:lnSpc>
              <a:spcBef>
                <a:spcPct val="0"/>
              </a:spcBef>
              <a:spcAft>
                <a:spcPct val="0"/>
              </a:spcAft>
              <a:buFont typeface="Arial" panose="020B0604020202020204" pitchFamily="34" charset="0"/>
              <a:buNone/>
              <a:defRPr sz="3200">
                <a:solidFill>
                  <a:schemeClr val="bg1"/>
                </a:solidFill>
                <a:latin typeface="FrutigerNext LT Regular" pitchFamily="34" charset="0"/>
                <a:ea typeface="+mn-ea"/>
                <a:cs typeface="+mn-cs"/>
              </a:defRPr>
            </a:lvl5pPr>
            <a:lvl6pPr marL="33528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6pPr>
            <a:lvl7pPr marL="39624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7pPr>
            <a:lvl8pPr marL="45720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8pPr>
            <a:lvl9pPr marL="5181600" indent="-304800" algn="l" rtl="0" eaLnBrk="1" fontAlgn="base" hangingPunct="1">
              <a:spcBef>
                <a:spcPct val="20000"/>
              </a:spcBef>
              <a:spcAft>
                <a:spcPct val="0"/>
              </a:spcAft>
              <a:buFont typeface="Arial" panose="020B0604020202020204" pitchFamily="34" charset="0"/>
              <a:buChar char="~"/>
              <a:defRPr sz="2135">
                <a:solidFill>
                  <a:schemeClr val="tx1"/>
                </a:solidFill>
                <a:latin typeface="+mn-lt"/>
                <a:ea typeface="+mn-ea"/>
                <a:cs typeface="+mn-cs"/>
              </a:defRPr>
            </a:lvl9pPr>
          </a:lstStyle>
          <a:p>
            <a:pPr marL="0" marR="0" lvl="0" indent="0" algn="l" defTabSz="914400" rtl="0" eaLnBrk="0" fontAlgn="base" latinLnBrk="0" hangingPunct="0">
              <a:lnSpc>
                <a:spcPct val="140000"/>
              </a:lnSpc>
              <a:spcBef>
                <a:spcPct val="0"/>
              </a:spcBef>
              <a:spcAft>
                <a:spcPct val="0"/>
              </a:spcAft>
              <a:buClr>
                <a:srgbClr val="777777"/>
              </a:buClr>
              <a:buSzPct val="60000"/>
              <a:buFont typeface="Wingdings" panose="05000000000000000000" pitchFamily="2" charset="2"/>
              <a:buNone/>
              <a:tabLst/>
              <a:defRPr/>
            </a:pPr>
            <a:r>
              <a:rPr kumimoji="0" lang="en-US" sz="1600" b="0" i="0" u="none" strike="noStrike" kern="0" cap="none" spc="0" normalizeH="0" baseline="0" noProof="0" dirty="0">
                <a:ln>
                  <a:noFill/>
                </a:ln>
                <a:solidFill>
                  <a:srgbClr val="000000">
                    <a:lumMod val="75000"/>
                    <a:lumOff val="25000"/>
                  </a:srgbClr>
                </a:solidFill>
                <a:effectLst/>
                <a:uLnTx/>
                <a:uFillTx/>
                <a:latin typeface="Arial" panose="020B0604020202020204" pitchFamily="34" charset="0"/>
                <a:ea typeface="黑体" pitchFamily="49" charset="-122"/>
                <a:cs typeface="Arial" panose="020B0604020202020204" pitchFamily="34" charset="0"/>
              </a:rPr>
              <a:t>Presenter Name</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uawei">
  <a:themeElements>
    <a:clrScheme name="Huawei">
      <a:dk1>
        <a:srgbClr val="000000"/>
      </a:dk1>
      <a:lt1>
        <a:srgbClr val="FFFFFF"/>
      </a:lt1>
      <a:dk2>
        <a:srgbClr val="B2B2B2"/>
      </a:dk2>
      <a:lt2>
        <a:srgbClr val="FFFFFF"/>
      </a:lt2>
      <a:accent1>
        <a:srgbClr val="FFB7B7"/>
      </a:accent1>
      <a:accent2>
        <a:srgbClr val="9B0000"/>
      </a:accent2>
      <a:accent3>
        <a:srgbClr val="FFFFFF"/>
      </a:accent3>
      <a:accent4>
        <a:srgbClr val="FFFFFF"/>
      </a:accent4>
      <a:accent5>
        <a:srgbClr val="000000"/>
      </a:accent5>
      <a:accent6>
        <a:srgbClr val="990000"/>
      </a:accent6>
      <a:hlink>
        <a:srgbClr val="990000"/>
      </a:hlink>
      <a:folHlink>
        <a:srgbClr val="AB1A86"/>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sz="800" dirty="0">
            <a:latin typeface="微软雅黑" panose="020B0503020204020204" pitchFamily="34" charset="-122"/>
            <a:ea typeface="微软雅黑" panose="020B0503020204020204" pitchFamily="34" charset="-122"/>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Huawei">
  <a:themeElements>
    <a:clrScheme name="Huawei">
      <a:dk1>
        <a:srgbClr val="000000"/>
      </a:dk1>
      <a:lt1>
        <a:srgbClr val="FFFFFF"/>
      </a:lt1>
      <a:dk2>
        <a:srgbClr val="B2B2B2"/>
      </a:dk2>
      <a:lt2>
        <a:srgbClr val="FFFFFF"/>
      </a:lt2>
      <a:accent1>
        <a:srgbClr val="FFB7B7"/>
      </a:accent1>
      <a:accent2>
        <a:srgbClr val="9B0000"/>
      </a:accent2>
      <a:accent3>
        <a:srgbClr val="FFFFFF"/>
      </a:accent3>
      <a:accent4>
        <a:srgbClr val="FFFFFF"/>
      </a:accent4>
      <a:accent5>
        <a:srgbClr val="000000"/>
      </a:accent5>
      <a:accent6>
        <a:srgbClr val="990000"/>
      </a:accent6>
      <a:hlink>
        <a:srgbClr val="990000"/>
      </a:hlink>
      <a:folHlink>
        <a:srgbClr val="AB1A86"/>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hapter pag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dirty="0" err="1" smtClean="0">
            <a:solidFill>
              <a:srgbClr val="000000"/>
            </a:solidFill>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9EF9C519-0329-4EF9-B266-404C2A0B68C0}"/>
    </a:ext>
  </a:extLst>
</a:theme>
</file>

<file path=ppt/theme/theme5.xml><?xml version="1.0" encoding="utf-8"?>
<a:theme xmlns:a="http://schemas.openxmlformats.org/drawingml/2006/main" name="2_Huawei">
  <a:themeElements>
    <a:clrScheme name="Huawei">
      <a:dk1>
        <a:srgbClr val="000000"/>
      </a:dk1>
      <a:lt1>
        <a:srgbClr val="FFFFFF"/>
      </a:lt1>
      <a:dk2>
        <a:srgbClr val="B2B2B2"/>
      </a:dk2>
      <a:lt2>
        <a:srgbClr val="FFFFFF"/>
      </a:lt2>
      <a:accent1>
        <a:srgbClr val="FFB7B7"/>
      </a:accent1>
      <a:accent2>
        <a:srgbClr val="9B0000"/>
      </a:accent2>
      <a:accent3>
        <a:srgbClr val="FFFFFF"/>
      </a:accent3>
      <a:accent4>
        <a:srgbClr val="FFFFFF"/>
      </a:accent4>
      <a:accent5>
        <a:srgbClr val="000000"/>
      </a:accent5>
      <a:accent6>
        <a:srgbClr val="990000"/>
      </a:accent6>
      <a:hlink>
        <a:srgbClr val="990000"/>
      </a:hlink>
      <a:folHlink>
        <a:srgbClr val="AB1A86"/>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lang="zh-CN" altLang="en-US"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lang="zh-CN" altLang="en-US" sz="1800" b="0" i="0" u="none" strike="noStrike" cap="none" normalizeH="0" baseline="0" smtClean="0">
            <a:ln>
              <a:noFill/>
            </a:ln>
            <a:solidFill>
              <a:schemeClr val="tx1"/>
            </a:solidFill>
            <a:effectLst/>
            <a:latin typeface="Arial" panose="020B0604020202020204" pitchFamily="34" charset="0"/>
            <a:ea typeface="宋体" pitchFamily="2"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Huawei">
  <a:themeElements>
    <a:clrScheme name="Huawei">
      <a:dk1>
        <a:srgbClr val="000000"/>
      </a:dk1>
      <a:lt1>
        <a:srgbClr val="FFFFFF"/>
      </a:lt1>
      <a:dk2>
        <a:srgbClr val="B2B2B2"/>
      </a:dk2>
      <a:lt2>
        <a:srgbClr val="FFFFFF"/>
      </a:lt2>
      <a:accent1>
        <a:srgbClr val="FFB7B7"/>
      </a:accent1>
      <a:accent2>
        <a:srgbClr val="9B0000"/>
      </a:accent2>
      <a:accent3>
        <a:srgbClr val="FFFFFF"/>
      </a:accent3>
      <a:accent4>
        <a:srgbClr val="FFFFFF"/>
      </a:accent4>
      <a:accent5>
        <a:srgbClr val="000000"/>
      </a:accent5>
      <a:accent6>
        <a:srgbClr val="990000"/>
      </a:accent6>
      <a:hlink>
        <a:srgbClr val="990000"/>
      </a:hlink>
      <a:folHlink>
        <a:srgbClr val="AB1A86"/>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lgn="l">
          <a:defRPr sz="800" dirty="0" smtClean="0"/>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3770</Words>
  <Application>Microsoft Office PowerPoint</Application>
  <PresentationFormat>Widescreen</PresentationFormat>
  <Paragraphs>498</Paragraphs>
  <Slides>1</Slides>
  <Notes>0</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vt:i4>
      </vt:variant>
    </vt:vector>
  </HeadingPairs>
  <TitlesOfParts>
    <vt:vector size="15" baseType="lpstr">
      <vt:lpstr>Microsoft YaHei</vt:lpstr>
      <vt:lpstr>MiSans</vt:lpstr>
      <vt:lpstr>Arial</vt:lpstr>
      <vt:lpstr>Calibri</vt:lpstr>
      <vt:lpstr>Calibri Light</vt:lpstr>
      <vt:lpstr>FrutigerNext LT Medium</vt:lpstr>
      <vt:lpstr>FrutigerNext LT Regular</vt:lpstr>
      <vt:lpstr>Wingdings</vt:lpstr>
      <vt:lpstr>Office Theme</vt:lpstr>
      <vt:lpstr>Huawei</vt:lpstr>
      <vt:lpstr>1_Huawei</vt:lpstr>
      <vt:lpstr>Chapter page</vt:lpstr>
      <vt:lpstr>2_Huawei</vt:lpstr>
      <vt:lpstr>3_Huawei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34</cp:revision>
  <dcterms:created xsi:type="dcterms:W3CDTF">2026-08-27T12:59:29Z</dcterms:created>
  <dcterms:modified xsi:type="dcterms:W3CDTF">2026-08-31T19:23:45Z</dcterms:modified>
  <dc:subject/>
  <dc:description/>
  <cp:keywords/>
  <cp:category/>
</cp:coreProperties>
</file>